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Audiowide"/>
      <p:regular r:id="rId20"/>
    </p:embeddedFont>
    <p:embeddedFont>
      <p:font typeface="Albert Sans Black"/>
      <p:bold r:id="rId21"/>
      <p:boldItalic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Barlow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kcaz9lWaTXVX33gsOcTO5v7aO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udiowide-regular.fntdata"/><Relationship Id="rId22" Type="http://schemas.openxmlformats.org/officeDocument/2006/relationships/font" Target="fonts/AlbertSansBlack-boldItalic.fntdata"/><Relationship Id="rId21" Type="http://schemas.openxmlformats.org/officeDocument/2006/relationships/font" Target="fonts/AlbertSansBlack-bold.fntdata"/><Relationship Id="rId24" Type="http://schemas.openxmlformats.org/officeDocument/2006/relationships/font" Target="fonts/AlbertSans-bold.fntdata"/><Relationship Id="rId23" Type="http://schemas.openxmlformats.org/officeDocument/2006/relationships/font" Target="fonts/Alber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boldItalic.fntdata"/><Relationship Id="rId25" Type="http://schemas.openxmlformats.org/officeDocument/2006/relationships/font" Target="fonts/AlbertSans-italic.fntdata"/><Relationship Id="rId28" Type="http://schemas.openxmlformats.org/officeDocument/2006/relationships/font" Target="fonts/Barlow-bold.fntdata"/><Relationship Id="rId27" Type="http://schemas.openxmlformats.org/officeDocument/2006/relationships/font" Target="fonts/Barlow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Barl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2" name="Google Shape;1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Azalea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97bc2731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6" name="Google Shape;1276;g397bc2731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Angleo </a:t>
            </a:r>
            <a:r>
              <a:rPr lang="en"/>
              <a:t>A GQ Modern Love survey of 604 men (ages 16–44) found that 27% misreported their height, with majority adding about two inches.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97bc2731b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g397bc2731b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97bc2731b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g397bc2731b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97bc2731b5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2" name="Google Shape;1362;g397bc2731b5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97bc2731b5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6" name="Google Shape;1386;g397bc2731b5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Azalea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97bc2731b5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3" name="Google Shape;1443;g397bc2731b5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Azalea </a:t>
            </a:r>
            <a:br>
              <a:rPr lang="en"/>
            </a:br>
            <a:r>
              <a:rPr lang="en"/>
              <a:t>FC1 means the first fully connected layer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	FC1: learns a weighted combination of all extracted image features.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FC2: output 1 | 64 -&gt;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final fully connected layer.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It takes the 64 values from the previous layer and combines them into a single number.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FC2 converts that representation into one final height prediction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97bc2731b5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5" name="Google Shape;1465;g397bc2731b5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97bc2731b5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6" name="Google Shape;1476;g397bc2731b5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397bece1b3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9" name="Google Shape;1489;g397bece1b3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97bece1b3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1" name="Google Shape;1511;g397bece1b3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97bc2731b5_2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g397bc2731b5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97bc2731b5_2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g397bc2731b5_2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9"/>
          <p:cNvSpPr txBox="1"/>
          <p:nvPr>
            <p:ph type="ctrTitle"/>
          </p:nvPr>
        </p:nvSpPr>
        <p:spPr>
          <a:xfrm>
            <a:off x="4711975" y="1154325"/>
            <a:ext cx="37194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79"/>
          <p:cNvSpPr txBox="1"/>
          <p:nvPr>
            <p:ph idx="1" type="subTitle"/>
          </p:nvPr>
        </p:nvSpPr>
        <p:spPr>
          <a:xfrm>
            <a:off x="4711975" y="3688875"/>
            <a:ext cx="371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79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12" name="Google Shape;12;p79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79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4" name="Google Shape;14;p7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7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7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7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7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7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7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7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7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7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7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7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7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7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7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7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7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7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7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7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7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" name="Google Shape;36;p79"/>
          <p:cNvGrpSpPr/>
          <p:nvPr/>
        </p:nvGrpSpPr>
        <p:grpSpPr>
          <a:xfrm>
            <a:off x="268975" y="266906"/>
            <a:ext cx="128700" cy="2031594"/>
            <a:chOff x="269025" y="311906"/>
            <a:chExt cx="128700" cy="2031594"/>
          </a:xfrm>
        </p:grpSpPr>
        <p:sp>
          <p:nvSpPr>
            <p:cNvPr id="37" name="Google Shape;37;p79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" name="Google Shape;38;p79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39" name="Google Shape;39;p7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7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7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7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7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7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7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7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7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7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7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7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7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7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7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7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7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7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7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7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7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7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0"/>
          <p:cNvSpPr/>
          <p:nvPr/>
        </p:nvSpPr>
        <p:spPr>
          <a:xfrm flipH="1">
            <a:off x="6123479" y="5618487"/>
            <a:ext cx="7720" cy="13521"/>
          </a:xfrm>
          <a:custGeom>
            <a:rect b="b" l="l" r="r" t="t"/>
            <a:pathLst>
              <a:path extrusionOk="0" h="268" w="153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0"/>
          <p:cNvSpPr txBox="1"/>
          <p:nvPr>
            <p:ph type="title"/>
          </p:nvPr>
        </p:nvSpPr>
        <p:spPr>
          <a:xfrm>
            <a:off x="720000" y="327225"/>
            <a:ext cx="770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" name="Google Shape;64;p80"/>
          <p:cNvGrpSpPr/>
          <p:nvPr/>
        </p:nvGrpSpPr>
        <p:grpSpPr>
          <a:xfrm rot="10800000">
            <a:off x="268975" y="2846675"/>
            <a:ext cx="128700" cy="2031594"/>
            <a:chOff x="421425" y="464306"/>
            <a:chExt cx="128700" cy="2031594"/>
          </a:xfrm>
        </p:grpSpPr>
        <p:sp>
          <p:nvSpPr>
            <p:cNvPr id="65" name="Google Shape;65;p80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80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67" name="Google Shape;67;p8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8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8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8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8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8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8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8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8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8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8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8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8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8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8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8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8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8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8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8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8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8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" name="Google Shape;89;p80"/>
          <p:cNvGrpSpPr/>
          <p:nvPr/>
        </p:nvGrpSpPr>
        <p:grpSpPr>
          <a:xfrm>
            <a:off x="8746325" y="265231"/>
            <a:ext cx="128700" cy="2031594"/>
            <a:chOff x="421425" y="464306"/>
            <a:chExt cx="128700" cy="2031594"/>
          </a:xfrm>
        </p:grpSpPr>
        <p:sp>
          <p:nvSpPr>
            <p:cNvPr id="90" name="Google Shape;90;p80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80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92" name="Google Shape;92;p8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8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8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8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8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8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8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8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8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8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8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8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8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8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8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8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8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8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8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8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8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8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1"/>
          <p:cNvSpPr txBox="1"/>
          <p:nvPr>
            <p:ph type="title"/>
          </p:nvPr>
        </p:nvSpPr>
        <p:spPr>
          <a:xfrm>
            <a:off x="1169408" y="1952625"/>
            <a:ext cx="2953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p81"/>
          <p:cNvSpPr txBox="1"/>
          <p:nvPr>
            <p:ph idx="2" type="title"/>
          </p:nvPr>
        </p:nvSpPr>
        <p:spPr>
          <a:xfrm>
            <a:off x="2043300" y="1310650"/>
            <a:ext cx="12054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" name="Google Shape;117;p81"/>
          <p:cNvSpPr txBox="1"/>
          <p:nvPr>
            <p:ph idx="1" type="subTitle"/>
          </p:nvPr>
        </p:nvSpPr>
        <p:spPr>
          <a:xfrm>
            <a:off x="1169408" y="2253214"/>
            <a:ext cx="295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81"/>
          <p:cNvSpPr txBox="1"/>
          <p:nvPr>
            <p:ph idx="3" type="title"/>
          </p:nvPr>
        </p:nvSpPr>
        <p:spPr>
          <a:xfrm>
            <a:off x="1169408" y="3651501"/>
            <a:ext cx="2953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81"/>
          <p:cNvSpPr txBox="1"/>
          <p:nvPr>
            <p:ph idx="4" type="title"/>
          </p:nvPr>
        </p:nvSpPr>
        <p:spPr>
          <a:xfrm>
            <a:off x="2043300" y="3003200"/>
            <a:ext cx="12054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81"/>
          <p:cNvSpPr txBox="1"/>
          <p:nvPr>
            <p:ph idx="5" type="subTitle"/>
          </p:nvPr>
        </p:nvSpPr>
        <p:spPr>
          <a:xfrm>
            <a:off x="1169408" y="3956966"/>
            <a:ext cx="295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81"/>
          <p:cNvSpPr txBox="1"/>
          <p:nvPr>
            <p:ph idx="6" type="title"/>
          </p:nvPr>
        </p:nvSpPr>
        <p:spPr>
          <a:xfrm>
            <a:off x="5021406" y="1952625"/>
            <a:ext cx="2953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81"/>
          <p:cNvSpPr txBox="1"/>
          <p:nvPr>
            <p:ph idx="7" type="title"/>
          </p:nvPr>
        </p:nvSpPr>
        <p:spPr>
          <a:xfrm>
            <a:off x="5895300" y="1310650"/>
            <a:ext cx="12054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3" name="Google Shape;123;p81"/>
          <p:cNvSpPr txBox="1"/>
          <p:nvPr>
            <p:ph idx="8" type="subTitle"/>
          </p:nvPr>
        </p:nvSpPr>
        <p:spPr>
          <a:xfrm>
            <a:off x="5021406" y="2253214"/>
            <a:ext cx="295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81"/>
          <p:cNvSpPr txBox="1"/>
          <p:nvPr>
            <p:ph idx="9" type="title"/>
          </p:nvPr>
        </p:nvSpPr>
        <p:spPr>
          <a:xfrm>
            <a:off x="5021406" y="3651501"/>
            <a:ext cx="2953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" name="Google Shape;125;p81"/>
          <p:cNvSpPr txBox="1"/>
          <p:nvPr>
            <p:ph idx="13" type="title"/>
          </p:nvPr>
        </p:nvSpPr>
        <p:spPr>
          <a:xfrm>
            <a:off x="5895300" y="3003200"/>
            <a:ext cx="12054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6" name="Google Shape;126;p81"/>
          <p:cNvSpPr txBox="1"/>
          <p:nvPr>
            <p:ph idx="14" type="subTitle"/>
          </p:nvPr>
        </p:nvSpPr>
        <p:spPr>
          <a:xfrm>
            <a:off x="5021406" y="3956966"/>
            <a:ext cx="295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81"/>
          <p:cNvSpPr txBox="1"/>
          <p:nvPr>
            <p:ph idx="15" type="title"/>
          </p:nvPr>
        </p:nvSpPr>
        <p:spPr>
          <a:xfrm>
            <a:off x="720000" y="327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" name="Google Shape;128;p81"/>
          <p:cNvGrpSpPr/>
          <p:nvPr/>
        </p:nvGrpSpPr>
        <p:grpSpPr>
          <a:xfrm flipH="1">
            <a:off x="266911" y="4747497"/>
            <a:ext cx="2031597" cy="128700"/>
            <a:chOff x="6800497" y="4747497"/>
            <a:chExt cx="2031597" cy="128700"/>
          </a:xfrm>
        </p:grpSpPr>
        <p:sp>
          <p:nvSpPr>
            <p:cNvPr id="129" name="Google Shape;129;p81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p81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31" name="Google Shape;131;p8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8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8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8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8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8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8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8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8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8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8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8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8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8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8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8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8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8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8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8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8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8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3" name="Google Shape;153;p81"/>
          <p:cNvGrpSpPr/>
          <p:nvPr/>
        </p:nvGrpSpPr>
        <p:grpSpPr>
          <a:xfrm flipH="1">
            <a:off x="8746331" y="266906"/>
            <a:ext cx="128700" cy="2031594"/>
            <a:chOff x="269025" y="311906"/>
            <a:chExt cx="128700" cy="2031594"/>
          </a:xfrm>
        </p:grpSpPr>
        <p:sp>
          <p:nvSpPr>
            <p:cNvPr id="154" name="Google Shape;154;p81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" name="Google Shape;155;p81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56" name="Google Shape;156;p8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8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8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8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8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8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8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8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8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8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8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8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8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8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8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8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8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8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8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8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8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8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9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2"/>
          <p:cNvSpPr txBox="1"/>
          <p:nvPr>
            <p:ph type="title"/>
          </p:nvPr>
        </p:nvSpPr>
        <p:spPr>
          <a:xfrm>
            <a:off x="3107300" y="3338963"/>
            <a:ext cx="5324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82"/>
          <p:cNvSpPr txBox="1"/>
          <p:nvPr>
            <p:ph idx="1" type="subTitle"/>
          </p:nvPr>
        </p:nvSpPr>
        <p:spPr>
          <a:xfrm>
            <a:off x="3107300" y="1151777"/>
            <a:ext cx="5324100" cy="21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3"/>
          <p:cNvSpPr txBox="1"/>
          <p:nvPr>
            <p:ph type="title"/>
          </p:nvPr>
        </p:nvSpPr>
        <p:spPr>
          <a:xfrm>
            <a:off x="712700" y="2159425"/>
            <a:ext cx="42966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5000"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3" name="Google Shape;183;p83"/>
          <p:cNvSpPr txBox="1"/>
          <p:nvPr>
            <p:ph idx="2" type="title"/>
          </p:nvPr>
        </p:nvSpPr>
        <p:spPr>
          <a:xfrm>
            <a:off x="712700" y="998000"/>
            <a:ext cx="1612500" cy="9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4" name="Google Shape;184;p83"/>
          <p:cNvSpPr txBox="1"/>
          <p:nvPr>
            <p:ph idx="1" type="subTitle"/>
          </p:nvPr>
        </p:nvSpPr>
        <p:spPr>
          <a:xfrm>
            <a:off x="712700" y="3634475"/>
            <a:ext cx="285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85" name="Google Shape;185;p83"/>
          <p:cNvGrpSpPr/>
          <p:nvPr/>
        </p:nvGrpSpPr>
        <p:grpSpPr>
          <a:xfrm rot="5400000">
            <a:off x="7794875" y="3798119"/>
            <a:ext cx="2031597" cy="128700"/>
            <a:chOff x="6800497" y="4747497"/>
            <a:chExt cx="2031597" cy="128700"/>
          </a:xfrm>
        </p:grpSpPr>
        <p:sp>
          <p:nvSpPr>
            <p:cNvPr id="186" name="Google Shape;186;p83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83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88" name="Google Shape;188;p83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83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83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83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83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83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83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83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83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83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83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83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83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83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83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83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83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83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83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83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83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83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" name="Google Shape;210;p83"/>
          <p:cNvGrpSpPr/>
          <p:nvPr/>
        </p:nvGrpSpPr>
        <p:grpSpPr>
          <a:xfrm rot="-5400000">
            <a:off x="1218353" y="-682472"/>
            <a:ext cx="128700" cy="2031594"/>
            <a:chOff x="269025" y="311906"/>
            <a:chExt cx="128700" cy="2031594"/>
          </a:xfrm>
        </p:grpSpPr>
        <p:sp>
          <p:nvSpPr>
            <p:cNvPr id="211" name="Google Shape;211;p83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83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213" name="Google Shape;213;p83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83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83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83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83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83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83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83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83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83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83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83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83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83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83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83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83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3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83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83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3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83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4"/>
          <p:cNvSpPr txBox="1"/>
          <p:nvPr>
            <p:ph type="title"/>
          </p:nvPr>
        </p:nvSpPr>
        <p:spPr>
          <a:xfrm>
            <a:off x="2172000" y="1233750"/>
            <a:ext cx="48000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7" name="Google Shape;237;p84"/>
          <p:cNvSpPr txBox="1"/>
          <p:nvPr>
            <p:ph idx="1" type="body"/>
          </p:nvPr>
        </p:nvSpPr>
        <p:spPr>
          <a:xfrm>
            <a:off x="2172000" y="2543538"/>
            <a:ext cx="4800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7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5"/>
          <p:cNvSpPr txBox="1"/>
          <p:nvPr>
            <p:ph type="title"/>
          </p:nvPr>
        </p:nvSpPr>
        <p:spPr>
          <a:xfrm>
            <a:off x="712700" y="327225"/>
            <a:ext cx="77187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0" name="Google Shape;240;p85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241" name="Google Shape;241;p85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85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243" name="Google Shape;243;p85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85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85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85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85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85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85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85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85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85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85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85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85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85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85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85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85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85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85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85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85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85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5" name="Google Shape;265;p85"/>
          <p:cNvGrpSpPr/>
          <p:nvPr/>
        </p:nvGrpSpPr>
        <p:grpSpPr>
          <a:xfrm>
            <a:off x="268975" y="266906"/>
            <a:ext cx="128700" cy="2031594"/>
            <a:chOff x="269025" y="311906"/>
            <a:chExt cx="128700" cy="2031594"/>
          </a:xfrm>
        </p:grpSpPr>
        <p:sp>
          <p:nvSpPr>
            <p:cNvPr id="266" name="Google Shape;266;p85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" name="Google Shape;267;p85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268" name="Google Shape;268;p85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85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85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85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85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85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85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85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85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85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85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5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5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85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85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85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5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5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5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5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5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5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0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6"/>
          <p:cNvSpPr/>
          <p:nvPr/>
        </p:nvSpPr>
        <p:spPr>
          <a:xfrm rot="10800000">
            <a:off x="103112" y="105079"/>
            <a:ext cx="40549" cy="40499"/>
          </a:xfrm>
          <a:custGeom>
            <a:rect b="b" l="l" r="r" t="t"/>
            <a:pathLst>
              <a:path extrusionOk="0" h="802" w="803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802" y="802"/>
                </a:lnTo>
                <a:lnTo>
                  <a:pt x="802" y="8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6"/>
          <p:cNvSpPr/>
          <p:nvPr/>
        </p:nvSpPr>
        <p:spPr>
          <a:xfrm rot="10800000">
            <a:off x="103112" y="105079"/>
            <a:ext cx="40549" cy="40499"/>
          </a:xfrm>
          <a:custGeom>
            <a:rect b="b" l="l" r="r" t="t"/>
            <a:pathLst>
              <a:path extrusionOk="0" h="802" w="803">
                <a:moveTo>
                  <a:pt x="0" y="0"/>
                </a:moveTo>
                <a:lnTo>
                  <a:pt x="0" y="0"/>
                </a:lnTo>
                <a:lnTo>
                  <a:pt x="802" y="802"/>
                </a:lnTo>
                <a:lnTo>
                  <a:pt x="802" y="8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6"/>
          <p:cNvSpPr txBox="1"/>
          <p:nvPr>
            <p:ph type="title"/>
          </p:nvPr>
        </p:nvSpPr>
        <p:spPr>
          <a:xfrm>
            <a:off x="2051700" y="1911950"/>
            <a:ext cx="196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4" name="Google Shape;294;p86"/>
          <p:cNvSpPr txBox="1"/>
          <p:nvPr>
            <p:ph idx="1" type="subTitle"/>
          </p:nvPr>
        </p:nvSpPr>
        <p:spPr>
          <a:xfrm>
            <a:off x="2051700" y="2175002"/>
            <a:ext cx="1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86"/>
          <p:cNvSpPr txBox="1"/>
          <p:nvPr>
            <p:ph idx="2" type="title"/>
          </p:nvPr>
        </p:nvSpPr>
        <p:spPr>
          <a:xfrm>
            <a:off x="5123161" y="1911950"/>
            <a:ext cx="196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6" name="Google Shape;296;p86"/>
          <p:cNvSpPr txBox="1"/>
          <p:nvPr>
            <p:ph idx="3" type="subTitle"/>
          </p:nvPr>
        </p:nvSpPr>
        <p:spPr>
          <a:xfrm>
            <a:off x="5123161" y="2175002"/>
            <a:ext cx="1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86"/>
          <p:cNvSpPr txBox="1"/>
          <p:nvPr>
            <p:ph idx="4" type="title"/>
          </p:nvPr>
        </p:nvSpPr>
        <p:spPr>
          <a:xfrm>
            <a:off x="2051700" y="3682126"/>
            <a:ext cx="196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8" name="Google Shape;298;p86"/>
          <p:cNvSpPr txBox="1"/>
          <p:nvPr>
            <p:ph idx="5" type="subTitle"/>
          </p:nvPr>
        </p:nvSpPr>
        <p:spPr>
          <a:xfrm>
            <a:off x="2051700" y="3943438"/>
            <a:ext cx="1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9" name="Google Shape;299;p86"/>
          <p:cNvSpPr txBox="1"/>
          <p:nvPr>
            <p:ph idx="6" type="title"/>
          </p:nvPr>
        </p:nvSpPr>
        <p:spPr>
          <a:xfrm>
            <a:off x="5123161" y="3682126"/>
            <a:ext cx="196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0" name="Google Shape;300;p86"/>
          <p:cNvSpPr txBox="1"/>
          <p:nvPr>
            <p:ph idx="7" type="subTitle"/>
          </p:nvPr>
        </p:nvSpPr>
        <p:spPr>
          <a:xfrm>
            <a:off x="5123161" y="3943438"/>
            <a:ext cx="1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86"/>
          <p:cNvSpPr txBox="1"/>
          <p:nvPr>
            <p:ph idx="8" type="title"/>
          </p:nvPr>
        </p:nvSpPr>
        <p:spPr>
          <a:xfrm>
            <a:off x="720000" y="327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2" name="Google Shape;302;p86"/>
          <p:cNvGrpSpPr/>
          <p:nvPr/>
        </p:nvGrpSpPr>
        <p:grpSpPr>
          <a:xfrm rot="10800000">
            <a:off x="268975" y="2846675"/>
            <a:ext cx="128700" cy="2031594"/>
            <a:chOff x="421425" y="464306"/>
            <a:chExt cx="128700" cy="2031594"/>
          </a:xfrm>
        </p:grpSpPr>
        <p:sp>
          <p:nvSpPr>
            <p:cNvPr id="303" name="Google Shape;303;p86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86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305" name="Google Shape;305;p86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6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6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6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6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6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6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6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6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6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6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6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86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86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86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86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86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86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86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86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86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86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7" name="Google Shape;327;p86"/>
          <p:cNvGrpSpPr/>
          <p:nvPr/>
        </p:nvGrpSpPr>
        <p:grpSpPr>
          <a:xfrm>
            <a:off x="8746325" y="265231"/>
            <a:ext cx="128700" cy="2031594"/>
            <a:chOff x="421425" y="464306"/>
            <a:chExt cx="128700" cy="2031594"/>
          </a:xfrm>
        </p:grpSpPr>
        <p:sp>
          <p:nvSpPr>
            <p:cNvPr id="328" name="Google Shape;328;p86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" name="Google Shape;329;p86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330" name="Google Shape;330;p86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86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86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86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86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86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86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86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86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86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86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86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86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86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86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86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86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86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86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86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86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86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7"/>
          <p:cNvSpPr/>
          <p:nvPr/>
        </p:nvSpPr>
        <p:spPr>
          <a:xfrm flipH="1">
            <a:off x="6123479" y="5618487"/>
            <a:ext cx="7720" cy="13521"/>
          </a:xfrm>
          <a:custGeom>
            <a:rect b="b" l="l" r="r" t="t"/>
            <a:pathLst>
              <a:path extrusionOk="0" h="268" w="153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7"/>
          <p:cNvSpPr txBox="1"/>
          <p:nvPr>
            <p:ph type="title"/>
          </p:nvPr>
        </p:nvSpPr>
        <p:spPr>
          <a:xfrm>
            <a:off x="720000" y="327225"/>
            <a:ext cx="77040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55" name="Google Shape;355;p87"/>
          <p:cNvGrpSpPr/>
          <p:nvPr/>
        </p:nvGrpSpPr>
        <p:grpSpPr>
          <a:xfrm flipH="1">
            <a:off x="266911" y="4747497"/>
            <a:ext cx="2031597" cy="128700"/>
            <a:chOff x="6800497" y="4747497"/>
            <a:chExt cx="2031597" cy="128700"/>
          </a:xfrm>
        </p:grpSpPr>
        <p:sp>
          <p:nvSpPr>
            <p:cNvPr id="356" name="Google Shape;356;p87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7" name="Google Shape;357;p87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358" name="Google Shape;358;p8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8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8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8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8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8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8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8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8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8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8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8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8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8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8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8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8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8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8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8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8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8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0" name="Google Shape;380;p87"/>
          <p:cNvGrpSpPr/>
          <p:nvPr/>
        </p:nvGrpSpPr>
        <p:grpSpPr>
          <a:xfrm flipH="1">
            <a:off x="8746331" y="266906"/>
            <a:ext cx="128700" cy="2031594"/>
            <a:chOff x="269025" y="311906"/>
            <a:chExt cx="128700" cy="2031594"/>
          </a:xfrm>
        </p:grpSpPr>
        <p:sp>
          <p:nvSpPr>
            <p:cNvPr id="381" name="Google Shape;381;p87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" name="Google Shape;382;p87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383" name="Google Shape;383;p8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8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8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8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8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8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8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8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8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8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8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8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8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8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8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8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8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8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8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8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8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8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8"/>
          <p:cNvSpPr txBox="1"/>
          <p:nvPr>
            <p:ph type="title"/>
          </p:nvPr>
        </p:nvSpPr>
        <p:spPr>
          <a:xfrm>
            <a:off x="3403800" y="3478673"/>
            <a:ext cx="2336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7" name="Google Shape;407;p88"/>
          <p:cNvSpPr txBox="1"/>
          <p:nvPr>
            <p:ph idx="1" type="subTitle"/>
          </p:nvPr>
        </p:nvSpPr>
        <p:spPr>
          <a:xfrm>
            <a:off x="3403800" y="3749950"/>
            <a:ext cx="2336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8" name="Google Shape;408;p88"/>
          <p:cNvSpPr txBox="1"/>
          <p:nvPr>
            <p:ph idx="2" type="title"/>
          </p:nvPr>
        </p:nvSpPr>
        <p:spPr>
          <a:xfrm>
            <a:off x="922250" y="2261398"/>
            <a:ext cx="2336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9" name="Google Shape;409;p88"/>
          <p:cNvSpPr txBox="1"/>
          <p:nvPr>
            <p:ph idx="3" type="subTitle"/>
          </p:nvPr>
        </p:nvSpPr>
        <p:spPr>
          <a:xfrm>
            <a:off x="922250" y="2532675"/>
            <a:ext cx="2336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88"/>
          <p:cNvSpPr txBox="1"/>
          <p:nvPr>
            <p:ph idx="4" type="title"/>
          </p:nvPr>
        </p:nvSpPr>
        <p:spPr>
          <a:xfrm>
            <a:off x="5885350" y="2261398"/>
            <a:ext cx="2336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88"/>
          <p:cNvSpPr txBox="1"/>
          <p:nvPr>
            <p:ph idx="5" type="subTitle"/>
          </p:nvPr>
        </p:nvSpPr>
        <p:spPr>
          <a:xfrm>
            <a:off x="5885350" y="2532675"/>
            <a:ext cx="2336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2" name="Google Shape;412;p88"/>
          <p:cNvSpPr txBox="1"/>
          <p:nvPr>
            <p:ph idx="6" type="title"/>
          </p:nvPr>
        </p:nvSpPr>
        <p:spPr>
          <a:xfrm>
            <a:off x="720000" y="327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13" name="Google Shape;413;p88"/>
          <p:cNvGrpSpPr/>
          <p:nvPr/>
        </p:nvGrpSpPr>
        <p:grpSpPr>
          <a:xfrm rot="5400000">
            <a:off x="7794875" y="3798119"/>
            <a:ext cx="2031597" cy="128700"/>
            <a:chOff x="6800497" y="4747497"/>
            <a:chExt cx="2031597" cy="128700"/>
          </a:xfrm>
        </p:grpSpPr>
        <p:sp>
          <p:nvSpPr>
            <p:cNvPr id="414" name="Google Shape;414;p88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" name="Google Shape;415;p88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416" name="Google Shape;416;p88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88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88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88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88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88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88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88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88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88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88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88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88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88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88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88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88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88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88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88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88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88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8" name="Google Shape;438;p88"/>
          <p:cNvGrpSpPr/>
          <p:nvPr/>
        </p:nvGrpSpPr>
        <p:grpSpPr>
          <a:xfrm rot="-5400000">
            <a:off x="1218353" y="-682472"/>
            <a:ext cx="128700" cy="2031594"/>
            <a:chOff x="269025" y="311906"/>
            <a:chExt cx="128700" cy="2031594"/>
          </a:xfrm>
        </p:grpSpPr>
        <p:sp>
          <p:nvSpPr>
            <p:cNvPr id="439" name="Google Shape;439;p88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88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441" name="Google Shape;441;p88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88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88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88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88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88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88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88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88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88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88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88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88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88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88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88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88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88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88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88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88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88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12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9"/>
          <p:cNvSpPr txBox="1"/>
          <p:nvPr>
            <p:ph idx="1" type="subTitle"/>
          </p:nvPr>
        </p:nvSpPr>
        <p:spPr>
          <a:xfrm>
            <a:off x="710625" y="2000275"/>
            <a:ext cx="2073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 b="1" sz="2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465" name="Google Shape;465;p89"/>
          <p:cNvSpPr txBox="1"/>
          <p:nvPr>
            <p:ph idx="2" type="subTitle"/>
          </p:nvPr>
        </p:nvSpPr>
        <p:spPr>
          <a:xfrm>
            <a:off x="710625" y="2271713"/>
            <a:ext cx="207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89"/>
          <p:cNvSpPr txBox="1"/>
          <p:nvPr>
            <p:ph idx="3" type="subTitle"/>
          </p:nvPr>
        </p:nvSpPr>
        <p:spPr>
          <a:xfrm>
            <a:off x="2123063" y="3783850"/>
            <a:ext cx="2073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 b="1" sz="2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467" name="Google Shape;467;p89"/>
          <p:cNvSpPr txBox="1"/>
          <p:nvPr>
            <p:ph idx="4" type="subTitle"/>
          </p:nvPr>
        </p:nvSpPr>
        <p:spPr>
          <a:xfrm>
            <a:off x="2123063" y="4055046"/>
            <a:ext cx="207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89"/>
          <p:cNvSpPr txBox="1"/>
          <p:nvPr>
            <p:ph idx="5" type="subTitle"/>
          </p:nvPr>
        </p:nvSpPr>
        <p:spPr>
          <a:xfrm>
            <a:off x="3535500" y="2000275"/>
            <a:ext cx="2073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 b="1" sz="2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469" name="Google Shape;469;p89"/>
          <p:cNvSpPr txBox="1"/>
          <p:nvPr>
            <p:ph idx="6" type="subTitle"/>
          </p:nvPr>
        </p:nvSpPr>
        <p:spPr>
          <a:xfrm>
            <a:off x="3535500" y="2271713"/>
            <a:ext cx="207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89"/>
          <p:cNvSpPr txBox="1"/>
          <p:nvPr>
            <p:ph idx="7" type="subTitle"/>
          </p:nvPr>
        </p:nvSpPr>
        <p:spPr>
          <a:xfrm>
            <a:off x="6360375" y="2000275"/>
            <a:ext cx="2073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 b="1" sz="2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471" name="Google Shape;471;p89"/>
          <p:cNvSpPr txBox="1"/>
          <p:nvPr>
            <p:ph idx="8" type="subTitle"/>
          </p:nvPr>
        </p:nvSpPr>
        <p:spPr>
          <a:xfrm>
            <a:off x="6360375" y="2271713"/>
            <a:ext cx="207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2" name="Google Shape;472;p89"/>
          <p:cNvSpPr txBox="1"/>
          <p:nvPr>
            <p:ph idx="9" type="subTitle"/>
          </p:nvPr>
        </p:nvSpPr>
        <p:spPr>
          <a:xfrm>
            <a:off x="4947937" y="3783850"/>
            <a:ext cx="2073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 b="1" sz="2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473" name="Google Shape;473;p89"/>
          <p:cNvSpPr txBox="1"/>
          <p:nvPr>
            <p:ph idx="13" type="subTitle"/>
          </p:nvPr>
        </p:nvSpPr>
        <p:spPr>
          <a:xfrm>
            <a:off x="4947937" y="4055046"/>
            <a:ext cx="207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4" name="Google Shape;474;p89"/>
          <p:cNvSpPr txBox="1"/>
          <p:nvPr>
            <p:ph type="title"/>
          </p:nvPr>
        </p:nvSpPr>
        <p:spPr>
          <a:xfrm>
            <a:off x="716800" y="327237"/>
            <a:ext cx="771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5" name="Google Shape;475;p89"/>
          <p:cNvGrpSpPr/>
          <p:nvPr/>
        </p:nvGrpSpPr>
        <p:grpSpPr>
          <a:xfrm flipH="1">
            <a:off x="266911" y="4747497"/>
            <a:ext cx="2031597" cy="128700"/>
            <a:chOff x="6800497" y="4747497"/>
            <a:chExt cx="2031597" cy="128700"/>
          </a:xfrm>
        </p:grpSpPr>
        <p:sp>
          <p:nvSpPr>
            <p:cNvPr id="476" name="Google Shape;476;p89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" name="Google Shape;477;p89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478" name="Google Shape;478;p8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8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8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8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8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8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8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8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8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8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8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8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8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8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8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8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8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8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8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8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8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8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0" name="Google Shape;500;p89"/>
          <p:cNvGrpSpPr/>
          <p:nvPr/>
        </p:nvGrpSpPr>
        <p:grpSpPr>
          <a:xfrm flipH="1">
            <a:off x="8746331" y="266906"/>
            <a:ext cx="128700" cy="2031594"/>
            <a:chOff x="269025" y="311906"/>
            <a:chExt cx="128700" cy="2031594"/>
          </a:xfrm>
        </p:grpSpPr>
        <p:sp>
          <p:nvSpPr>
            <p:cNvPr id="501" name="Google Shape;501;p89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" name="Google Shape;502;p89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503" name="Google Shape;503;p8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8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8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8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8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8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8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8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8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8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8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8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8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8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8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8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8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8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8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8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8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8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0"/>
          <p:cNvSpPr txBox="1"/>
          <p:nvPr>
            <p:ph type="title"/>
          </p:nvPr>
        </p:nvSpPr>
        <p:spPr>
          <a:xfrm>
            <a:off x="712700" y="1663500"/>
            <a:ext cx="45471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91"/>
          <p:cNvSpPr txBox="1"/>
          <p:nvPr>
            <p:ph type="title"/>
          </p:nvPr>
        </p:nvSpPr>
        <p:spPr>
          <a:xfrm flipH="1">
            <a:off x="3649000" y="2159425"/>
            <a:ext cx="47823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5000"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91"/>
          <p:cNvSpPr txBox="1"/>
          <p:nvPr>
            <p:ph idx="2" type="title"/>
          </p:nvPr>
        </p:nvSpPr>
        <p:spPr>
          <a:xfrm flipH="1">
            <a:off x="6818793" y="998000"/>
            <a:ext cx="1612500" cy="9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91"/>
          <p:cNvSpPr txBox="1"/>
          <p:nvPr>
            <p:ph idx="1" type="subTitle"/>
          </p:nvPr>
        </p:nvSpPr>
        <p:spPr>
          <a:xfrm flipH="1">
            <a:off x="5274393" y="3634463"/>
            <a:ext cx="315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31" name="Google Shape;531;p91"/>
          <p:cNvGrpSpPr/>
          <p:nvPr/>
        </p:nvGrpSpPr>
        <p:grpSpPr>
          <a:xfrm flipH="1" rot="-5400000">
            <a:off x="-682479" y="3798119"/>
            <a:ext cx="2031597" cy="128700"/>
            <a:chOff x="6800497" y="4747497"/>
            <a:chExt cx="2031597" cy="128700"/>
          </a:xfrm>
        </p:grpSpPr>
        <p:sp>
          <p:nvSpPr>
            <p:cNvPr id="532" name="Google Shape;532;p91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" name="Google Shape;533;p91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534" name="Google Shape;534;p9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9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9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9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9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9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9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9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9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9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9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9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9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9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9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9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9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9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9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9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9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9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6" name="Google Shape;556;p91"/>
          <p:cNvGrpSpPr/>
          <p:nvPr/>
        </p:nvGrpSpPr>
        <p:grpSpPr>
          <a:xfrm flipH="1" rot="5400000">
            <a:off x="7796940" y="-682472"/>
            <a:ext cx="128700" cy="2031594"/>
            <a:chOff x="269025" y="311906"/>
            <a:chExt cx="128700" cy="2031594"/>
          </a:xfrm>
        </p:grpSpPr>
        <p:sp>
          <p:nvSpPr>
            <p:cNvPr id="557" name="Google Shape;557;p91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8" name="Google Shape;558;p91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559" name="Google Shape;559;p9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9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9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9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9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9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9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9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9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9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9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9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9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9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9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9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9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9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9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9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9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9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2"/>
          <p:cNvSpPr txBox="1"/>
          <p:nvPr>
            <p:ph type="title"/>
          </p:nvPr>
        </p:nvSpPr>
        <p:spPr>
          <a:xfrm>
            <a:off x="719975" y="1747700"/>
            <a:ext cx="2305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3" name="Google Shape;583;p92"/>
          <p:cNvSpPr txBox="1"/>
          <p:nvPr>
            <p:ph idx="1" type="subTitle"/>
          </p:nvPr>
        </p:nvSpPr>
        <p:spPr>
          <a:xfrm>
            <a:off x="719975" y="2044377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4" name="Google Shape;584;p92"/>
          <p:cNvSpPr txBox="1"/>
          <p:nvPr>
            <p:ph idx="2" type="title"/>
          </p:nvPr>
        </p:nvSpPr>
        <p:spPr>
          <a:xfrm>
            <a:off x="3419250" y="1747700"/>
            <a:ext cx="2305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5" name="Google Shape;585;p92"/>
          <p:cNvSpPr txBox="1"/>
          <p:nvPr>
            <p:ph idx="3" type="subTitle"/>
          </p:nvPr>
        </p:nvSpPr>
        <p:spPr>
          <a:xfrm>
            <a:off x="3419250" y="2044377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6" name="Google Shape;586;p92"/>
          <p:cNvSpPr txBox="1"/>
          <p:nvPr>
            <p:ph idx="4" type="title"/>
          </p:nvPr>
        </p:nvSpPr>
        <p:spPr>
          <a:xfrm>
            <a:off x="719975" y="3023775"/>
            <a:ext cx="2305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7" name="Google Shape;587;p92"/>
          <p:cNvSpPr txBox="1"/>
          <p:nvPr>
            <p:ph idx="5" type="subTitle"/>
          </p:nvPr>
        </p:nvSpPr>
        <p:spPr>
          <a:xfrm>
            <a:off x="719975" y="3314825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8" name="Google Shape;588;p92"/>
          <p:cNvSpPr txBox="1"/>
          <p:nvPr>
            <p:ph idx="6" type="title"/>
          </p:nvPr>
        </p:nvSpPr>
        <p:spPr>
          <a:xfrm>
            <a:off x="3419250" y="3023775"/>
            <a:ext cx="2305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9" name="Google Shape;589;p92"/>
          <p:cNvSpPr txBox="1"/>
          <p:nvPr>
            <p:ph idx="7" type="subTitle"/>
          </p:nvPr>
        </p:nvSpPr>
        <p:spPr>
          <a:xfrm>
            <a:off x="3419250" y="3314825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0" name="Google Shape;590;p92"/>
          <p:cNvSpPr txBox="1"/>
          <p:nvPr>
            <p:ph idx="8" type="title"/>
          </p:nvPr>
        </p:nvSpPr>
        <p:spPr>
          <a:xfrm>
            <a:off x="6118524" y="1747700"/>
            <a:ext cx="2305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1" name="Google Shape;591;p92"/>
          <p:cNvSpPr txBox="1"/>
          <p:nvPr>
            <p:ph idx="9" type="subTitle"/>
          </p:nvPr>
        </p:nvSpPr>
        <p:spPr>
          <a:xfrm>
            <a:off x="6118524" y="2044377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2" name="Google Shape;592;p92"/>
          <p:cNvSpPr txBox="1"/>
          <p:nvPr>
            <p:ph idx="13" type="title"/>
          </p:nvPr>
        </p:nvSpPr>
        <p:spPr>
          <a:xfrm>
            <a:off x="6118524" y="3023775"/>
            <a:ext cx="2305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3" name="Google Shape;593;p92"/>
          <p:cNvSpPr txBox="1"/>
          <p:nvPr>
            <p:ph idx="14" type="subTitle"/>
          </p:nvPr>
        </p:nvSpPr>
        <p:spPr>
          <a:xfrm>
            <a:off x="6118524" y="3314825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p92"/>
          <p:cNvSpPr txBox="1"/>
          <p:nvPr>
            <p:ph idx="15" type="title"/>
          </p:nvPr>
        </p:nvSpPr>
        <p:spPr>
          <a:xfrm>
            <a:off x="716800" y="327237"/>
            <a:ext cx="771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5" name="Google Shape;595;p92"/>
          <p:cNvGrpSpPr/>
          <p:nvPr/>
        </p:nvGrpSpPr>
        <p:grpSpPr>
          <a:xfrm flipH="1">
            <a:off x="266911" y="4747497"/>
            <a:ext cx="2031597" cy="128700"/>
            <a:chOff x="6800497" y="4747497"/>
            <a:chExt cx="2031597" cy="128700"/>
          </a:xfrm>
        </p:grpSpPr>
        <p:sp>
          <p:nvSpPr>
            <p:cNvPr id="596" name="Google Shape;596;p92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7" name="Google Shape;597;p92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598" name="Google Shape;598;p92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92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92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92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92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92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92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92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92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92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92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92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92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92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92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92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92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92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92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92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92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92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0" name="Google Shape;620;p92"/>
          <p:cNvGrpSpPr/>
          <p:nvPr/>
        </p:nvGrpSpPr>
        <p:grpSpPr>
          <a:xfrm flipH="1" rot="5400000">
            <a:off x="7796953" y="-688572"/>
            <a:ext cx="128700" cy="2031594"/>
            <a:chOff x="269025" y="311906"/>
            <a:chExt cx="128700" cy="2031594"/>
          </a:xfrm>
        </p:grpSpPr>
        <p:sp>
          <p:nvSpPr>
            <p:cNvPr id="621" name="Google Shape;621;p92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2" name="Google Shape;622;p92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623" name="Google Shape;623;p92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92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92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92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92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92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92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92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92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92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92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92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92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92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92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92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92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92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92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92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92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92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3"/>
          <p:cNvSpPr/>
          <p:nvPr>
            <p:ph idx="2" type="pic"/>
          </p:nvPr>
        </p:nvSpPr>
        <p:spPr>
          <a:xfrm>
            <a:off x="150" y="-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93"/>
          <p:cNvSpPr txBox="1"/>
          <p:nvPr>
            <p:ph idx="1" type="body"/>
          </p:nvPr>
        </p:nvSpPr>
        <p:spPr>
          <a:xfrm>
            <a:off x="712700" y="3728950"/>
            <a:ext cx="2968800" cy="90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2500"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4"/>
          <p:cNvSpPr txBox="1"/>
          <p:nvPr>
            <p:ph type="title"/>
          </p:nvPr>
        </p:nvSpPr>
        <p:spPr>
          <a:xfrm>
            <a:off x="712700" y="1363063"/>
            <a:ext cx="35187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0" name="Google Shape;650;p94"/>
          <p:cNvSpPr txBox="1"/>
          <p:nvPr>
            <p:ph idx="1" type="subTitle"/>
          </p:nvPr>
        </p:nvSpPr>
        <p:spPr>
          <a:xfrm>
            <a:off x="712700" y="2874425"/>
            <a:ext cx="35187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51" name="Google Shape;651;p94"/>
          <p:cNvGrpSpPr/>
          <p:nvPr/>
        </p:nvGrpSpPr>
        <p:grpSpPr>
          <a:xfrm flipH="1" rot="-5400000">
            <a:off x="-682479" y="3798119"/>
            <a:ext cx="2031597" cy="128700"/>
            <a:chOff x="6800497" y="4747497"/>
            <a:chExt cx="2031597" cy="128700"/>
          </a:xfrm>
        </p:grpSpPr>
        <p:sp>
          <p:nvSpPr>
            <p:cNvPr id="652" name="Google Shape;652;p94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3" name="Google Shape;653;p94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654" name="Google Shape;654;p9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9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9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9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9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9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9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9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9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9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9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9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9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9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9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9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9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9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9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9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9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9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6" name="Google Shape;676;p94"/>
          <p:cNvGrpSpPr/>
          <p:nvPr/>
        </p:nvGrpSpPr>
        <p:grpSpPr>
          <a:xfrm flipH="1" rot="5400000">
            <a:off x="7796940" y="-682472"/>
            <a:ext cx="128700" cy="2031594"/>
            <a:chOff x="269025" y="311906"/>
            <a:chExt cx="128700" cy="2031594"/>
          </a:xfrm>
        </p:grpSpPr>
        <p:sp>
          <p:nvSpPr>
            <p:cNvPr id="677" name="Google Shape;677;p94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8" name="Google Shape;678;p94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679" name="Google Shape;679;p9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9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9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9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9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9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9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9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9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9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9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9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9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9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9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9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9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9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9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9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9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9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5"/>
          <p:cNvSpPr txBox="1"/>
          <p:nvPr>
            <p:ph idx="1" type="body"/>
          </p:nvPr>
        </p:nvSpPr>
        <p:spPr>
          <a:xfrm>
            <a:off x="967802" y="2689150"/>
            <a:ext cx="3356400" cy="1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03" name="Google Shape;703;p95"/>
          <p:cNvSpPr txBox="1"/>
          <p:nvPr>
            <p:ph idx="2" type="body"/>
          </p:nvPr>
        </p:nvSpPr>
        <p:spPr>
          <a:xfrm>
            <a:off x="4819800" y="2689150"/>
            <a:ext cx="3356400" cy="1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04" name="Google Shape;704;p95"/>
          <p:cNvSpPr txBox="1"/>
          <p:nvPr>
            <p:ph type="title"/>
          </p:nvPr>
        </p:nvSpPr>
        <p:spPr>
          <a:xfrm>
            <a:off x="727925" y="327225"/>
            <a:ext cx="7688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5" name="Google Shape;705;p95"/>
          <p:cNvSpPr txBox="1"/>
          <p:nvPr>
            <p:ph idx="3" type="title"/>
          </p:nvPr>
        </p:nvSpPr>
        <p:spPr>
          <a:xfrm>
            <a:off x="967802" y="2380100"/>
            <a:ext cx="33564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6" name="Google Shape;706;p95"/>
          <p:cNvSpPr txBox="1"/>
          <p:nvPr>
            <p:ph idx="4" type="title"/>
          </p:nvPr>
        </p:nvSpPr>
        <p:spPr>
          <a:xfrm>
            <a:off x="4819800" y="2380100"/>
            <a:ext cx="33564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707" name="Google Shape;707;p95"/>
          <p:cNvGrpSpPr/>
          <p:nvPr/>
        </p:nvGrpSpPr>
        <p:grpSpPr>
          <a:xfrm flipH="1" rot="-5400000">
            <a:off x="-682479" y="3798119"/>
            <a:ext cx="2031597" cy="128700"/>
            <a:chOff x="6800497" y="4747497"/>
            <a:chExt cx="2031597" cy="128700"/>
          </a:xfrm>
        </p:grpSpPr>
        <p:sp>
          <p:nvSpPr>
            <p:cNvPr id="708" name="Google Shape;708;p95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9" name="Google Shape;709;p95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710" name="Google Shape;710;p95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95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95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95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95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95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95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95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95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95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95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95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95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95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95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95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95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95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95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95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95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95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2" name="Google Shape;732;p95"/>
          <p:cNvGrpSpPr/>
          <p:nvPr/>
        </p:nvGrpSpPr>
        <p:grpSpPr>
          <a:xfrm flipH="1" rot="5400000">
            <a:off x="7796940" y="-682472"/>
            <a:ext cx="128700" cy="2031594"/>
            <a:chOff x="269025" y="311906"/>
            <a:chExt cx="128700" cy="2031594"/>
          </a:xfrm>
        </p:grpSpPr>
        <p:sp>
          <p:nvSpPr>
            <p:cNvPr id="733" name="Google Shape;733;p95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4" name="Google Shape;734;p95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735" name="Google Shape;735;p95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95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95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95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95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95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95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95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95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95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95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95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95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95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95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95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95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95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95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95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95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95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6"/>
          <p:cNvSpPr txBox="1"/>
          <p:nvPr>
            <p:ph idx="1" type="subTitle"/>
          </p:nvPr>
        </p:nvSpPr>
        <p:spPr>
          <a:xfrm>
            <a:off x="4345000" y="1766125"/>
            <a:ext cx="4086300" cy="24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9" name="Google Shape;759;p96"/>
          <p:cNvSpPr txBox="1"/>
          <p:nvPr>
            <p:ph type="title"/>
          </p:nvPr>
        </p:nvSpPr>
        <p:spPr>
          <a:xfrm>
            <a:off x="712700" y="327225"/>
            <a:ext cx="7718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60" name="Google Shape;760;p96"/>
          <p:cNvGrpSpPr/>
          <p:nvPr/>
        </p:nvGrpSpPr>
        <p:grpSpPr>
          <a:xfrm flipH="1">
            <a:off x="266911" y="4747497"/>
            <a:ext cx="2031597" cy="128700"/>
            <a:chOff x="6800497" y="4747497"/>
            <a:chExt cx="2031597" cy="128700"/>
          </a:xfrm>
        </p:grpSpPr>
        <p:sp>
          <p:nvSpPr>
            <p:cNvPr id="761" name="Google Shape;761;p96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" name="Google Shape;762;p96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763" name="Google Shape;763;p96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96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96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96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96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96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96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6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6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6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6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96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96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96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6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6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6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6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6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6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6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6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5" name="Google Shape;785;p96"/>
          <p:cNvGrpSpPr/>
          <p:nvPr/>
        </p:nvGrpSpPr>
        <p:grpSpPr>
          <a:xfrm flipH="1">
            <a:off x="8746331" y="266906"/>
            <a:ext cx="128700" cy="2031594"/>
            <a:chOff x="269025" y="311906"/>
            <a:chExt cx="128700" cy="2031594"/>
          </a:xfrm>
        </p:grpSpPr>
        <p:sp>
          <p:nvSpPr>
            <p:cNvPr id="786" name="Google Shape;786;p96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7" name="Google Shape;787;p96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788" name="Google Shape;788;p96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6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6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6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6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6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6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6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6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6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6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6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6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6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6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6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6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6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6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6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6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6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7"/>
          <p:cNvSpPr txBox="1"/>
          <p:nvPr>
            <p:ph hasCustomPrompt="1" type="title"/>
          </p:nvPr>
        </p:nvSpPr>
        <p:spPr>
          <a:xfrm>
            <a:off x="1604250" y="1732938"/>
            <a:ext cx="59355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2" name="Google Shape;812;p97"/>
          <p:cNvSpPr txBox="1"/>
          <p:nvPr>
            <p:ph idx="1" type="body"/>
          </p:nvPr>
        </p:nvSpPr>
        <p:spPr>
          <a:xfrm>
            <a:off x="1604250" y="2931463"/>
            <a:ext cx="5935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813" name="Google Shape;813;p97"/>
          <p:cNvGrpSpPr/>
          <p:nvPr/>
        </p:nvGrpSpPr>
        <p:grpSpPr>
          <a:xfrm flipH="1" rot="-5400000">
            <a:off x="-682479" y="3798119"/>
            <a:ext cx="2031597" cy="128700"/>
            <a:chOff x="6800497" y="4747497"/>
            <a:chExt cx="2031597" cy="128700"/>
          </a:xfrm>
        </p:grpSpPr>
        <p:sp>
          <p:nvSpPr>
            <p:cNvPr id="814" name="Google Shape;814;p97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5" name="Google Shape;815;p97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816" name="Google Shape;816;p9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8" name="Google Shape;838;p97"/>
          <p:cNvGrpSpPr/>
          <p:nvPr/>
        </p:nvGrpSpPr>
        <p:grpSpPr>
          <a:xfrm flipH="1" rot="5400000">
            <a:off x="7796940" y="-682472"/>
            <a:ext cx="128700" cy="2031594"/>
            <a:chOff x="269025" y="311906"/>
            <a:chExt cx="128700" cy="2031594"/>
          </a:xfrm>
        </p:grpSpPr>
        <p:sp>
          <p:nvSpPr>
            <p:cNvPr id="839" name="Google Shape;839;p97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0" name="Google Shape;840;p97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841" name="Google Shape;841;p9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3_1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8"/>
          <p:cNvSpPr txBox="1"/>
          <p:nvPr>
            <p:ph type="title"/>
          </p:nvPr>
        </p:nvSpPr>
        <p:spPr>
          <a:xfrm>
            <a:off x="3064200" y="2775613"/>
            <a:ext cx="3015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65" name="Google Shape;865;p98"/>
          <p:cNvSpPr txBox="1"/>
          <p:nvPr>
            <p:ph idx="1" type="subTitle"/>
          </p:nvPr>
        </p:nvSpPr>
        <p:spPr>
          <a:xfrm>
            <a:off x="3064200" y="3495288"/>
            <a:ext cx="30156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630000" spcFirstLastPara="1" rIns="61797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6" name="Google Shape;866;p98"/>
          <p:cNvSpPr txBox="1"/>
          <p:nvPr>
            <p:ph idx="2" type="title"/>
          </p:nvPr>
        </p:nvSpPr>
        <p:spPr>
          <a:xfrm>
            <a:off x="5036200" y="1269313"/>
            <a:ext cx="3015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67" name="Google Shape;867;p98"/>
          <p:cNvSpPr txBox="1"/>
          <p:nvPr>
            <p:ph idx="3" type="subTitle"/>
          </p:nvPr>
        </p:nvSpPr>
        <p:spPr>
          <a:xfrm>
            <a:off x="5036200" y="2008988"/>
            <a:ext cx="30156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630000" spcFirstLastPara="1" rIns="61797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8" name="Google Shape;868;p98"/>
          <p:cNvSpPr txBox="1"/>
          <p:nvPr>
            <p:ph idx="4" type="title"/>
          </p:nvPr>
        </p:nvSpPr>
        <p:spPr>
          <a:xfrm>
            <a:off x="1092213" y="1273375"/>
            <a:ext cx="3015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69" name="Google Shape;869;p98"/>
          <p:cNvSpPr txBox="1"/>
          <p:nvPr>
            <p:ph idx="5" type="subTitle"/>
          </p:nvPr>
        </p:nvSpPr>
        <p:spPr>
          <a:xfrm>
            <a:off x="1092213" y="2008988"/>
            <a:ext cx="30156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630000" spcFirstLastPara="1" rIns="61797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870" name="Google Shape;870;p98"/>
          <p:cNvGrpSpPr/>
          <p:nvPr/>
        </p:nvGrpSpPr>
        <p:grpSpPr>
          <a:xfrm flipH="1" rot="-5400000">
            <a:off x="-682479" y="3798119"/>
            <a:ext cx="2031597" cy="128700"/>
            <a:chOff x="6800497" y="4747497"/>
            <a:chExt cx="2031597" cy="128700"/>
          </a:xfrm>
        </p:grpSpPr>
        <p:sp>
          <p:nvSpPr>
            <p:cNvPr id="871" name="Google Shape;871;p98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2" name="Google Shape;872;p98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873" name="Google Shape;873;p98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8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8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8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8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8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8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8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8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8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8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8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8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8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8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8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8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8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8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8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98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98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5" name="Google Shape;895;p98"/>
          <p:cNvGrpSpPr/>
          <p:nvPr/>
        </p:nvGrpSpPr>
        <p:grpSpPr>
          <a:xfrm flipH="1" rot="5400000">
            <a:off x="7796940" y="-682472"/>
            <a:ext cx="128700" cy="2031594"/>
            <a:chOff x="269025" y="311906"/>
            <a:chExt cx="128700" cy="2031594"/>
          </a:xfrm>
        </p:grpSpPr>
        <p:sp>
          <p:nvSpPr>
            <p:cNvPr id="896" name="Google Shape;896;p98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" name="Google Shape;897;p98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898" name="Google Shape;898;p98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98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98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98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98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98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98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98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98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98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98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98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98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98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98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98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98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98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98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98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98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98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8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9"/>
          <p:cNvSpPr txBox="1"/>
          <p:nvPr>
            <p:ph type="title"/>
          </p:nvPr>
        </p:nvSpPr>
        <p:spPr>
          <a:xfrm>
            <a:off x="4868575" y="1616850"/>
            <a:ext cx="35628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99"/>
          <p:cNvSpPr txBox="1"/>
          <p:nvPr>
            <p:ph idx="1" type="subTitle"/>
          </p:nvPr>
        </p:nvSpPr>
        <p:spPr>
          <a:xfrm>
            <a:off x="4868575" y="2326650"/>
            <a:ext cx="35628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23" name="Google Shape;923;p99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924" name="Google Shape;924;p99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" name="Google Shape;925;p99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926" name="Google Shape;926;p9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9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9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9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9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9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9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9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9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9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9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9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9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9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9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9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9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9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9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9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9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9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8" name="Google Shape;948;p99"/>
          <p:cNvGrpSpPr/>
          <p:nvPr/>
        </p:nvGrpSpPr>
        <p:grpSpPr>
          <a:xfrm>
            <a:off x="268975" y="266906"/>
            <a:ext cx="128700" cy="2031594"/>
            <a:chOff x="269025" y="311906"/>
            <a:chExt cx="128700" cy="2031594"/>
          </a:xfrm>
        </p:grpSpPr>
        <p:sp>
          <p:nvSpPr>
            <p:cNvPr id="949" name="Google Shape;949;p99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" name="Google Shape;950;p99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951" name="Google Shape;951;p99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99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99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99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99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99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99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99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99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99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99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99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99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99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99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99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99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99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99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99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99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99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4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00"/>
          <p:cNvSpPr txBox="1"/>
          <p:nvPr>
            <p:ph type="title"/>
          </p:nvPr>
        </p:nvSpPr>
        <p:spPr>
          <a:xfrm>
            <a:off x="720000" y="3505371"/>
            <a:ext cx="2336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5" name="Google Shape;975;p100"/>
          <p:cNvSpPr txBox="1"/>
          <p:nvPr>
            <p:ph idx="1" type="subTitle"/>
          </p:nvPr>
        </p:nvSpPr>
        <p:spPr>
          <a:xfrm>
            <a:off x="720000" y="3773877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6" name="Google Shape;976;p100"/>
          <p:cNvSpPr txBox="1"/>
          <p:nvPr>
            <p:ph idx="2" type="title"/>
          </p:nvPr>
        </p:nvSpPr>
        <p:spPr>
          <a:xfrm>
            <a:off x="3403800" y="3505371"/>
            <a:ext cx="2336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7" name="Google Shape;977;p100"/>
          <p:cNvSpPr txBox="1"/>
          <p:nvPr>
            <p:ph idx="3" type="subTitle"/>
          </p:nvPr>
        </p:nvSpPr>
        <p:spPr>
          <a:xfrm>
            <a:off x="3403800" y="3773877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8" name="Google Shape;978;p100"/>
          <p:cNvSpPr txBox="1"/>
          <p:nvPr>
            <p:ph idx="4" type="title"/>
          </p:nvPr>
        </p:nvSpPr>
        <p:spPr>
          <a:xfrm>
            <a:off x="6087600" y="3505371"/>
            <a:ext cx="2336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9" name="Google Shape;979;p100"/>
          <p:cNvSpPr txBox="1"/>
          <p:nvPr>
            <p:ph idx="5" type="subTitle"/>
          </p:nvPr>
        </p:nvSpPr>
        <p:spPr>
          <a:xfrm>
            <a:off x="6087600" y="3773877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0" name="Google Shape;980;p100"/>
          <p:cNvSpPr txBox="1"/>
          <p:nvPr>
            <p:ph idx="6" type="title"/>
          </p:nvPr>
        </p:nvSpPr>
        <p:spPr>
          <a:xfrm>
            <a:off x="720000" y="327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81" name="Google Shape;981;p100"/>
          <p:cNvGrpSpPr/>
          <p:nvPr/>
        </p:nvGrpSpPr>
        <p:grpSpPr>
          <a:xfrm rot="-5400000">
            <a:off x="7794875" y="1216675"/>
            <a:ext cx="2031597" cy="128700"/>
            <a:chOff x="6800497" y="4747497"/>
            <a:chExt cx="2031597" cy="128700"/>
          </a:xfrm>
        </p:grpSpPr>
        <p:sp>
          <p:nvSpPr>
            <p:cNvPr id="982" name="Google Shape;982;p100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" name="Google Shape;983;p100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984" name="Google Shape;984;p10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10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10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10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10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10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10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10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10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10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0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10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10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10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10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10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10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10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0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10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10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10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6" name="Google Shape;1006;p100"/>
          <p:cNvGrpSpPr/>
          <p:nvPr/>
        </p:nvGrpSpPr>
        <p:grpSpPr>
          <a:xfrm rot="10800000">
            <a:off x="268975" y="2846675"/>
            <a:ext cx="128700" cy="2031594"/>
            <a:chOff x="269025" y="311906"/>
            <a:chExt cx="128700" cy="2031594"/>
          </a:xfrm>
        </p:grpSpPr>
        <p:sp>
          <p:nvSpPr>
            <p:cNvPr id="1007" name="Google Shape;1007;p100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8" name="Google Shape;1008;p100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009" name="Google Shape;1009;p10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10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10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10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10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10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10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10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10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10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10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10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10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10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10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10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10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10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10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0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0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10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1"/>
          <p:cNvSpPr txBox="1"/>
          <p:nvPr>
            <p:ph type="ctrTitle"/>
          </p:nvPr>
        </p:nvSpPr>
        <p:spPr>
          <a:xfrm>
            <a:off x="712700" y="829400"/>
            <a:ext cx="3864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33" name="Google Shape;1033;p101"/>
          <p:cNvSpPr txBox="1"/>
          <p:nvPr>
            <p:ph idx="1" type="subTitle"/>
          </p:nvPr>
        </p:nvSpPr>
        <p:spPr>
          <a:xfrm>
            <a:off x="712700" y="1622000"/>
            <a:ext cx="3864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4" name="Google Shape;1034;p101"/>
          <p:cNvSpPr txBox="1"/>
          <p:nvPr/>
        </p:nvSpPr>
        <p:spPr>
          <a:xfrm>
            <a:off x="712700" y="3113875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4"/>
              </a:rPr>
              <a:t>Freepik</a:t>
            </a:r>
            <a:endParaRPr b="1" i="0" sz="52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035" name="Google Shape;1035;p101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1036" name="Google Shape;1036;p101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" name="Google Shape;1037;p101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038" name="Google Shape;1038;p10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10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10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10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10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10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0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10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10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10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0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10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10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10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10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0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10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10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10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0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10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10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0" name="Google Shape;1060;p101"/>
          <p:cNvGrpSpPr/>
          <p:nvPr/>
        </p:nvGrpSpPr>
        <p:grpSpPr>
          <a:xfrm>
            <a:off x="268975" y="265231"/>
            <a:ext cx="128700" cy="2031594"/>
            <a:chOff x="269025" y="311906"/>
            <a:chExt cx="128700" cy="2031594"/>
          </a:xfrm>
        </p:grpSpPr>
        <p:sp>
          <p:nvSpPr>
            <p:cNvPr id="1061" name="Google Shape;1061;p101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2" name="Google Shape;1062;p101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063" name="Google Shape;1063;p101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01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01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01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101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01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101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01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01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101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101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101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101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101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01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101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101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101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01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101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101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101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8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2"/>
          <p:cNvSpPr txBox="1"/>
          <p:nvPr>
            <p:ph type="title"/>
          </p:nvPr>
        </p:nvSpPr>
        <p:spPr>
          <a:xfrm>
            <a:off x="712700" y="327225"/>
            <a:ext cx="77187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7" name="Google Shape;1087;p102"/>
          <p:cNvSpPr txBox="1"/>
          <p:nvPr>
            <p:ph idx="1" type="subTitle"/>
          </p:nvPr>
        </p:nvSpPr>
        <p:spPr>
          <a:xfrm>
            <a:off x="712700" y="1228150"/>
            <a:ext cx="77187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Karla"/>
              <a:buChar char="●"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Karla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2"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107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1091" name="Google Shape;1091;p107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2" name="Google Shape;1092;p107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093" name="Google Shape;1093;p10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10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10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10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10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10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10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10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10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10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10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10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10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0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0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10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10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10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10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10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10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10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15" name="Google Shape;1115;p107"/>
          <p:cNvGrpSpPr/>
          <p:nvPr/>
        </p:nvGrpSpPr>
        <p:grpSpPr>
          <a:xfrm>
            <a:off x="268975" y="265231"/>
            <a:ext cx="128700" cy="2031594"/>
            <a:chOff x="269025" y="311906"/>
            <a:chExt cx="128700" cy="2031594"/>
          </a:xfrm>
        </p:grpSpPr>
        <p:sp>
          <p:nvSpPr>
            <p:cNvPr id="1116" name="Google Shape;1116;p107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7" name="Google Shape;1117;p107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118" name="Google Shape;1118;p107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107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107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107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107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107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107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107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107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107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107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107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07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107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107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107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07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107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107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107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107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07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3"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8"/>
          <p:cNvSpPr txBox="1"/>
          <p:nvPr>
            <p:ph type="title"/>
          </p:nvPr>
        </p:nvSpPr>
        <p:spPr>
          <a:xfrm>
            <a:off x="712700" y="445025"/>
            <a:ext cx="77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lbert Sans"/>
              <a:buNone/>
              <a:defRPr b="1" i="0" sz="30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78"/>
          <p:cNvSpPr txBox="1"/>
          <p:nvPr>
            <p:ph idx="1" type="body"/>
          </p:nvPr>
        </p:nvSpPr>
        <p:spPr>
          <a:xfrm>
            <a:off x="712700" y="1152475"/>
            <a:ext cx="7718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●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○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■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●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○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■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●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○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Barlow"/>
              <a:buChar char="■"/>
              <a:defRPr b="0" i="0" sz="12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ewresearch.org/short-reads/2023/02/02/key-findings-about-online-dating-in-the-u-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"/>
          <p:cNvSpPr txBox="1"/>
          <p:nvPr>
            <p:ph type="ctrTitle"/>
          </p:nvPr>
        </p:nvSpPr>
        <p:spPr>
          <a:xfrm>
            <a:off x="4711975" y="1154325"/>
            <a:ext cx="37194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000">
                <a:solidFill>
                  <a:schemeClr val="lt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Online Dating </a:t>
            </a:r>
            <a:endParaRPr sz="60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/>
              <a:t>And Falsified Heights</a:t>
            </a:r>
            <a:endParaRPr b="1" sz="30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46" name="Google Shape;1146;p1"/>
          <p:cNvSpPr txBox="1"/>
          <p:nvPr>
            <p:ph idx="1" type="subTitle"/>
          </p:nvPr>
        </p:nvSpPr>
        <p:spPr>
          <a:xfrm>
            <a:off x="4711975" y="3688875"/>
            <a:ext cx="371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Azalea Rohr and Angelo Amato</a:t>
            </a:r>
            <a:endParaRPr/>
          </a:p>
        </p:txBody>
      </p:sp>
      <p:grpSp>
        <p:nvGrpSpPr>
          <p:cNvPr id="1147" name="Google Shape;1147;p1"/>
          <p:cNvGrpSpPr/>
          <p:nvPr/>
        </p:nvGrpSpPr>
        <p:grpSpPr>
          <a:xfrm>
            <a:off x="798975" y="3948700"/>
            <a:ext cx="3363675" cy="341950"/>
            <a:chOff x="798975" y="3964075"/>
            <a:chExt cx="3363675" cy="341950"/>
          </a:xfrm>
        </p:grpSpPr>
        <p:sp>
          <p:nvSpPr>
            <p:cNvPr id="1148" name="Google Shape;1148;p1"/>
            <p:cNvSpPr/>
            <p:nvPr/>
          </p:nvSpPr>
          <p:spPr>
            <a:xfrm>
              <a:off x="1318925" y="3964075"/>
              <a:ext cx="23769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"/>
            <p:cNvSpPr/>
            <p:nvPr/>
          </p:nvSpPr>
          <p:spPr>
            <a:xfrm>
              <a:off x="798975" y="4118525"/>
              <a:ext cx="17913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"/>
            <p:cNvSpPr/>
            <p:nvPr/>
          </p:nvSpPr>
          <p:spPr>
            <a:xfrm>
              <a:off x="2950650" y="4118525"/>
              <a:ext cx="12120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1"/>
          <p:cNvGrpSpPr/>
          <p:nvPr/>
        </p:nvGrpSpPr>
        <p:grpSpPr>
          <a:xfrm>
            <a:off x="1006620" y="1265774"/>
            <a:ext cx="499872" cy="393361"/>
            <a:chOff x="1006620" y="1265774"/>
            <a:chExt cx="499872" cy="393361"/>
          </a:xfrm>
        </p:grpSpPr>
        <p:sp>
          <p:nvSpPr>
            <p:cNvPr id="1152" name="Google Shape;1152;p1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4" name="Google Shape;1154;p1"/>
          <p:cNvGrpSpPr/>
          <p:nvPr/>
        </p:nvGrpSpPr>
        <p:grpSpPr>
          <a:xfrm flipH="1">
            <a:off x="3508245" y="1265774"/>
            <a:ext cx="499872" cy="393361"/>
            <a:chOff x="1006620" y="1265774"/>
            <a:chExt cx="499872" cy="393361"/>
          </a:xfrm>
        </p:grpSpPr>
        <p:sp>
          <p:nvSpPr>
            <p:cNvPr id="1155" name="Google Shape;1155;p1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7" name="Google Shape;1157;p1"/>
          <p:cNvGrpSpPr/>
          <p:nvPr/>
        </p:nvGrpSpPr>
        <p:grpSpPr>
          <a:xfrm>
            <a:off x="1626368" y="852842"/>
            <a:ext cx="1762016" cy="3201443"/>
            <a:chOff x="1626368" y="852842"/>
            <a:chExt cx="1762016" cy="3201443"/>
          </a:xfrm>
        </p:grpSpPr>
        <p:grpSp>
          <p:nvGrpSpPr>
            <p:cNvPr id="1158" name="Google Shape;1158;p1"/>
            <p:cNvGrpSpPr/>
            <p:nvPr/>
          </p:nvGrpSpPr>
          <p:grpSpPr>
            <a:xfrm>
              <a:off x="1626368" y="852842"/>
              <a:ext cx="1762016" cy="3201443"/>
              <a:chOff x="1626368" y="868217"/>
              <a:chExt cx="1762016" cy="3201443"/>
            </a:xfrm>
          </p:grpSpPr>
          <p:sp>
            <p:nvSpPr>
              <p:cNvPr id="1159" name="Google Shape;1159;p1"/>
              <p:cNvSpPr/>
              <p:nvPr/>
            </p:nvSpPr>
            <p:spPr>
              <a:xfrm>
                <a:off x="1693311" y="1203758"/>
                <a:ext cx="1628136" cy="2512908"/>
              </a:xfrm>
              <a:custGeom>
                <a:rect b="b" l="l" r="r" t="t"/>
                <a:pathLst>
                  <a:path extrusionOk="0" h="110179" w="71386">
                    <a:moveTo>
                      <a:pt x="1" y="0"/>
                    </a:moveTo>
                    <a:lnTo>
                      <a:pt x="71385" y="0"/>
                    </a:lnTo>
                    <a:lnTo>
                      <a:pt x="71385" y="110179"/>
                    </a:lnTo>
                    <a:lnTo>
                      <a:pt x="1" y="110179"/>
                    </a:lnTo>
                    <a:close/>
                  </a:path>
                </a:pathLst>
              </a:custGeom>
              <a:solidFill>
                <a:srgbClr val="FC4733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1"/>
              <p:cNvSpPr/>
              <p:nvPr/>
            </p:nvSpPr>
            <p:spPr>
              <a:xfrm>
                <a:off x="1963414" y="1502759"/>
                <a:ext cx="348476" cy="348476"/>
              </a:xfrm>
              <a:custGeom>
                <a:rect b="b" l="l" r="r" t="t"/>
                <a:pathLst>
                  <a:path extrusionOk="0" h="15279" w="15279">
                    <a:moveTo>
                      <a:pt x="15278" y="7639"/>
                    </a:moveTo>
                    <a:cubicBezTo>
                      <a:pt x="15278" y="9974"/>
                      <a:pt x="14211" y="12076"/>
                      <a:pt x="12576" y="13477"/>
                    </a:cubicBezTo>
                    <a:cubicBezTo>
                      <a:pt x="11242" y="14611"/>
                      <a:pt x="9508" y="15278"/>
                      <a:pt x="7640" y="15278"/>
                    </a:cubicBezTo>
                    <a:cubicBezTo>
                      <a:pt x="5772" y="15278"/>
                      <a:pt x="4037" y="14611"/>
                      <a:pt x="2703" y="13477"/>
                    </a:cubicBezTo>
                    <a:cubicBezTo>
                      <a:pt x="1068" y="12076"/>
                      <a:pt x="1" y="9974"/>
                      <a:pt x="1" y="7639"/>
                    </a:cubicBezTo>
                    <a:cubicBezTo>
                      <a:pt x="1" y="3436"/>
                      <a:pt x="3403" y="0"/>
                      <a:pt x="7640" y="0"/>
                    </a:cubicBezTo>
                    <a:cubicBezTo>
                      <a:pt x="11843" y="0"/>
                      <a:pt x="15278" y="3436"/>
                      <a:pt x="15278" y="7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1"/>
              <p:cNvSpPr/>
              <p:nvPr/>
            </p:nvSpPr>
            <p:spPr>
              <a:xfrm>
                <a:off x="2069931" y="1549927"/>
                <a:ext cx="135454" cy="136206"/>
              </a:xfrm>
              <a:custGeom>
                <a:rect b="b" l="l" r="r" t="t"/>
                <a:pathLst>
                  <a:path extrusionOk="0" h="5972" w="5939">
                    <a:moveTo>
                      <a:pt x="2970" y="1"/>
                    </a:moveTo>
                    <a:cubicBezTo>
                      <a:pt x="1335" y="1"/>
                      <a:pt x="1" y="1335"/>
                      <a:pt x="1" y="3003"/>
                    </a:cubicBezTo>
                    <a:cubicBezTo>
                      <a:pt x="1" y="4637"/>
                      <a:pt x="1335" y="5972"/>
                      <a:pt x="2970" y="5972"/>
                    </a:cubicBezTo>
                    <a:cubicBezTo>
                      <a:pt x="4604" y="5972"/>
                      <a:pt x="5938" y="4637"/>
                      <a:pt x="5938" y="3003"/>
                    </a:cubicBezTo>
                    <a:cubicBezTo>
                      <a:pt x="5938" y="1335"/>
                      <a:pt x="4604" y="1"/>
                      <a:pt x="29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/>
              <p:nvPr/>
            </p:nvSpPr>
            <p:spPr>
              <a:xfrm>
                <a:off x="2025043" y="1693737"/>
                <a:ext cx="225224" cy="157509"/>
              </a:xfrm>
              <a:custGeom>
                <a:rect b="b" l="l" r="r" t="t"/>
                <a:pathLst>
                  <a:path extrusionOk="0" h="6906" w="9875">
                    <a:moveTo>
                      <a:pt x="2836" y="0"/>
                    </a:moveTo>
                    <a:cubicBezTo>
                      <a:pt x="1101" y="834"/>
                      <a:pt x="1" y="2535"/>
                      <a:pt x="1" y="4470"/>
                    </a:cubicBezTo>
                    <a:lnTo>
                      <a:pt x="1" y="5104"/>
                    </a:lnTo>
                    <a:cubicBezTo>
                      <a:pt x="1335" y="6238"/>
                      <a:pt x="3070" y="6905"/>
                      <a:pt x="4938" y="6905"/>
                    </a:cubicBezTo>
                    <a:cubicBezTo>
                      <a:pt x="6806" y="6905"/>
                      <a:pt x="8540" y="6238"/>
                      <a:pt x="9874" y="5104"/>
                    </a:cubicBezTo>
                    <a:lnTo>
                      <a:pt x="9874" y="4470"/>
                    </a:lnTo>
                    <a:cubicBezTo>
                      <a:pt x="9874" y="2535"/>
                      <a:pt x="8774" y="834"/>
                      <a:pt x="7039" y="0"/>
                    </a:cubicBezTo>
                    <a:cubicBezTo>
                      <a:pt x="6372" y="300"/>
                      <a:pt x="5646" y="450"/>
                      <a:pt x="4925" y="450"/>
                    </a:cubicBezTo>
                    <a:cubicBezTo>
                      <a:pt x="4204" y="450"/>
                      <a:pt x="3487" y="300"/>
                      <a:pt x="2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1"/>
              <p:cNvSpPr/>
              <p:nvPr/>
            </p:nvSpPr>
            <p:spPr>
              <a:xfrm>
                <a:off x="2702944" y="1502759"/>
                <a:ext cx="348476" cy="348476"/>
              </a:xfrm>
              <a:custGeom>
                <a:rect b="b" l="l" r="r" t="t"/>
                <a:pathLst>
                  <a:path extrusionOk="0" h="15279" w="15279">
                    <a:moveTo>
                      <a:pt x="15278" y="7639"/>
                    </a:moveTo>
                    <a:cubicBezTo>
                      <a:pt x="15278" y="9974"/>
                      <a:pt x="14211" y="12076"/>
                      <a:pt x="12577" y="13477"/>
                    </a:cubicBezTo>
                    <a:cubicBezTo>
                      <a:pt x="11242" y="14611"/>
                      <a:pt x="9508" y="15278"/>
                      <a:pt x="7640" y="15278"/>
                    </a:cubicBezTo>
                    <a:cubicBezTo>
                      <a:pt x="5772" y="15278"/>
                      <a:pt x="4037" y="14611"/>
                      <a:pt x="2736" y="13477"/>
                    </a:cubicBezTo>
                    <a:cubicBezTo>
                      <a:pt x="1068" y="12076"/>
                      <a:pt x="1" y="9974"/>
                      <a:pt x="1" y="7639"/>
                    </a:cubicBezTo>
                    <a:cubicBezTo>
                      <a:pt x="1" y="3436"/>
                      <a:pt x="3437" y="0"/>
                      <a:pt x="7640" y="0"/>
                    </a:cubicBezTo>
                    <a:cubicBezTo>
                      <a:pt x="11876" y="0"/>
                      <a:pt x="15278" y="3436"/>
                      <a:pt x="15278" y="7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1"/>
              <p:cNvSpPr/>
              <p:nvPr/>
            </p:nvSpPr>
            <p:spPr>
              <a:xfrm>
                <a:off x="2809461" y="1549927"/>
                <a:ext cx="135454" cy="136206"/>
              </a:xfrm>
              <a:custGeom>
                <a:rect b="b" l="l" r="r" t="t"/>
                <a:pathLst>
                  <a:path extrusionOk="0" h="5972" w="5939">
                    <a:moveTo>
                      <a:pt x="2970" y="1"/>
                    </a:moveTo>
                    <a:cubicBezTo>
                      <a:pt x="1335" y="1"/>
                      <a:pt x="1" y="1335"/>
                      <a:pt x="1" y="3003"/>
                    </a:cubicBezTo>
                    <a:cubicBezTo>
                      <a:pt x="1" y="4637"/>
                      <a:pt x="1335" y="5972"/>
                      <a:pt x="2970" y="5972"/>
                    </a:cubicBezTo>
                    <a:cubicBezTo>
                      <a:pt x="4604" y="5972"/>
                      <a:pt x="5938" y="4637"/>
                      <a:pt x="5938" y="3003"/>
                    </a:cubicBezTo>
                    <a:cubicBezTo>
                      <a:pt x="5938" y="1335"/>
                      <a:pt x="4604" y="1"/>
                      <a:pt x="29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/>
              <p:nvPr/>
            </p:nvSpPr>
            <p:spPr>
              <a:xfrm>
                <a:off x="2765349" y="1693737"/>
                <a:ext cx="224449" cy="157509"/>
              </a:xfrm>
              <a:custGeom>
                <a:rect b="b" l="l" r="r" t="t"/>
                <a:pathLst>
                  <a:path extrusionOk="0" h="6906" w="9841">
                    <a:moveTo>
                      <a:pt x="2802" y="0"/>
                    </a:moveTo>
                    <a:cubicBezTo>
                      <a:pt x="1068" y="834"/>
                      <a:pt x="0" y="2535"/>
                      <a:pt x="0" y="4470"/>
                    </a:cubicBezTo>
                    <a:lnTo>
                      <a:pt x="0" y="5104"/>
                    </a:lnTo>
                    <a:cubicBezTo>
                      <a:pt x="1301" y="6238"/>
                      <a:pt x="3036" y="6905"/>
                      <a:pt x="4904" y="6905"/>
                    </a:cubicBezTo>
                    <a:cubicBezTo>
                      <a:pt x="6772" y="6905"/>
                      <a:pt x="8506" y="6238"/>
                      <a:pt x="9841" y="5104"/>
                    </a:cubicBezTo>
                    <a:lnTo>
                      <a:pt x="9841" y="4470"/>
                    </a:lnTo>
                    <a:cubicBezTo>
                      <a:pt x="9841" y="2535"/>
                      <a:pt x="8740" y="834"/>
                      <a:pt x="7005" y="0"/>
                    </a:cubicBezTo>
                    <a:cubicBezTo>
                      <a:pt x="6355" y="300"/>
                      <a:pt x="5638" y="450"/>
                      <a:pt x="4916" y="450"/>
                    </a:cubicBezTo>
                    <a:cubicBezTo>
                      <a:pt x="4195" y="450"/>
                      <a:pt x="3469" y="300"/>
                      <a:pt x="28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1"/>
              <p:cNvSpPr/>
              <p:nvPr/>
            </p:nvSpPr>
            <p:spPr>
              <a:xfrm>
                <a:off x="1636267" y="878116"/>
                <a:ext cx="1742995" cy="3181669"/>
              </a:xfrm>
              <a:custGeom>
                <a:rect b="b" l="l" r="r" t="t"/>
                <a:pathLst>
                  <a:path extrusionOk="0" h="139501" w="76422">
                    <a:moveTo>
                      <a:pt x="73886" y="14277"/>
                    </a:moveTo>
                    <a:lnTo>
                      <a:pt x="73886" y="124456"/>
                    </a:lnTo>
                    <a:lnTo>
                      <a:pt x="2502" y="124456"/>
                    </a:lnTo>
                    <a:lnTo>
                      <a:pt x="2502" y="14277"/>
                    </a:lnTo>
                    <a:close/>
                    <a:moveTo>
                      <a:pt x="6705" y="0"/>
                    </a:moveTo>
                    <a:cubicBezTo>
                      <a:pt x="3002" y="0"/>
                      <a:pt x="0" y="3236"/>
                      <a:pt x="0" y="7239"/>
                    </a:cubicBezTo>
                    <a:lnTo>
                      <a:pt x="0" y="132262"/>
                    </a:lnTo>
                    <a:cubicBezTo>
                      <a:pt x="0" y="136264"/>
                      <a:pt x="3002" y="139500"/>
                      <a:pt x="6705" y="139500"/>
                    </a:cubicBezTo>
                    <a:lnTo>
                      <a:pt x="69683" y="139500"/>
                    </a:lnTo>
                    <a:cubicBezTo>
                      <a:pt x="73386" y="139500"/>
                      <a:pt x="76421" y="136264"/>
                      <a:pt x="76421" y="132262"/>
                    </a:cubicBezTo>
                    <a:lnTo>
                      <a:pt x="76421" y="7239"/>
                    </a:lnTo>
                    <a:cubicBezTo>
                      <a:pt x="76421" y="3236"/>
                      <a:pt x="73386" y="0"/>
                      <a:pt x="69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1"/>
              <p:cNvSpPr/>
              <p:nvPr/>
            </p:nvSpPr>
            <p:spPr>
              <a:xfrm>
                <a:off x="2394820" y="3781475"/>
                <a:ext cx="225201" cy="225201"/>
              </a:xfrm>
              <a:custGeom>
                <a:rect b="b" l="l" r="r" t="t"/>
                <a:pathLst>
                  <a:path extrusionOk="0" h="9874" w="9874">
                    <a:moveTo>
                      <a:pt x="4937" y="834"/>
                    </a:moveTo>
                    <a:cubicBezTo>
                      <a:pt x="7205" y="834"/>
                      <a:pt x="9040" y="2669"/>
                      <a:pt x="9040" y="4937"/>
                    </a:cubicBezTo>
                    <a:cubicBezTo>
                      <a:pt x="9040" y="7205"/>
                      <a:pt x="7205" y="9040"/>
                      <a:pt x="4937" y="9040"/>
                    </a:cubicBezTo>
                    <a:cubicBezTo>
                      <a:pt x="2669" y="9040"/>
                      <a:pt x="834" y="7172"/>
                      <a:pt x="834" y="4937"/>
                    </a:cubicBezTo>
                    <a:cubicBezTo>
                      <a:pt x="834" y="2669"/>
                      <a:pt x="2669" y="834"/>
                      <a:pt x="4937" y="834"/>
                    </a:cubicBezTo>
                    <a:close/>
                    <a:moveTo>
                      <a:pt x="4937" y="0"/>
                    </a:moveTo>
                    <a:cubicBezTo>
                      <a:pt x="2235" y="0"/>
                      <a:pt x="0" y="2202"/>
                      <a:pt x="0" y="4937"/>
                    </a:cubicBezTo>
                    <a:cubicBezTo>
                      <a:pt x="0" y="7639"/>
                      <a:pt x="2235" y="9874"/>
                      <a:pt x="4937" y="9874"/>
                    </a:cubicBezTo>
                    <a:cubicBezTo>
                      <a:pt x="7672" y="9874"/>
                      <a:pt x="9874" y="7639"/>
                      <a:pt x="9874" y="4937"/>
                    </a:cubicBezTo>
                    <a:cubicBezTo>
                      <a:pt x="9874" y="2202"/>
                      <a:pt x="7672" y="0"/>
                      <a:pt x="4937" y="0"/>
                    </a:cubicBezTo>
                    <a:close/>
                  </a:path>
                </a:pathLst>
              </a:custGeom>
              <a:solidFill>
                <a:srgbClr val="FFFFFF">
                  <a:alpha val="5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1"/>
              <p:cNvSpPr/>
              <p:nvPr/>
            </p:nvSpPr>
            <p:spPr>
              <a:xfrm>
                <a:off x="1684188" y="1194611"/>
                <a:ext cx="1647135" cy="2531952"/>
              </a:xfrm>
              <a:custGeom>
                <a:rect b="b" l="l" r="r" t="t"/>
                <a:pathLst>
                  <a:path extrusionOk="0" h="111014" w="72219">
                    <a:moveTo>
                      <a:pt x="71385" y="835"/>
                    </a:moveTo>
                    <a:lnTo>
                      <a:pt x="71385" y="110180"/>
                    </a:lnTo>
                    <a:lnTo>
                      <a:pt x="835" y="110180"/>
                    </a:lnTo>
                    <a:lnTo>
                      <a:pt x="835" y="835"/>
                    </a:lnTo>
                    <a:close/>
                    <a:moveTo>
                      <a:pt x="1" y="1"/>
                    </a:moveTo>
                    <a:lnTo>
                      <a:pt x="1" y="111014"/>
                    </a:lnTo>
                    <a:lnTo>
                      <a:pt x="72219" y="111014"/>
                    </a:lnTo>
                    <a:lnTo>
                      <a:pt x="722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/>
              <p:nvPr/>
            </p:nvSpPr>
            <p:spPr>
              <a:xfrm>
                <a:off x="1626368" y="868217"/>
                <a:ext cx="1762016" cy="3201443"/>
              </a:xfrm>
              <a:custGeom>
                <a:rect b="b" l="l" r="r" t="t"/>
                <a:pathLst>
                  <a:path extrusionOk="0" h="140368" w="77256">
                    <a:moveTo>
                      <a:pt x="70117" y="834"/>
                    </a:moveTo>
                    <a:cubicBezTo>
                      <a:pt x="73586" y="834"/>
                      <a:pt x="76422" y="3903"/>
                      <a:pt x="76422" y="7673"/>
                    </a:cubicBezTo>
                    <a:lnTo>
                      <a:pt x="76422" y="132696"/>
                    </a:lnTo>
                    <a:cubicBezTo>
                      <a:pt x="76422" y="136465"/>
                      <a:pt x="73586" y="139534"/>
                      <a:pt x="70117" y="139534"/>
                    </a:cubicBezTo>
                    <a:lnTo>
                      <a:pt x="7139" y="139534"/>
                    </a:lnTo>
                    <a:cubicBezTo>
                      <a:pt x="3670" y="139534"/>
                      <a:pt x="834" y="136465"/>
                      <a:pt x="834" y="132696"/>
                    </a:cubicBezTo>
                    <a:lnTo>
                      <a:pt x="834" y="7673"/>
                    </a:lnTo>
                    <a:cubicBezTo>
                      <a:pt x="834" y="3903"/>
                      <a:pt x="3670" y="834"/>
                      <a:pt x="7139" y="834"/>
                    </a:cubicBezTo>
                    <a:close/>
                    <a:moveTo>
                      <a:pt x="7139" y="1"/>
                    </a:moveTo>
                    <a:cubicBezTo>
                      <a:pt x="3203" y="1"/>
                      <a:pt x="1" y="3436"/>
                      <a:pt x="1" y="7673"/>
                    </a:cubicBezTo>
                    <a:lnTo>
                      <a:pt x="1" y="132696"/>
                    </a:lnTo>
                    <a:cubicBezTo>
                      <a:pt x="1" y="136932"/>
                      <a:pt x="3203" y="140368"/>
                      <a:pt x="7139" y="140368"/>
                    </a:cubicBezTo>
                    <a:lnTo>
                      <a:pt x="70117" y="140368"/>
                    </a:lnTo>
                    <a:cubicBezTo>
                      <a:pt x="74053" y="140368"/>
                      <a:pt x="77256" y="136932"/>
                      <a:pt x="77256" y="132696"/>
                    </a:cubicBezTo>
                    <a:lnTo>
                      <a:pt x="77256" y="7673"/>
                    </a:lnTo>
                    <a:cubicBezTo>
                      <a:pt x="77256" y="3436"/>
                      <a:pt x="74053" y="1"/>
                      <a:pt x="70117" y="1"/>
                    </a:cubicBez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"/>
              <p:cNvSpPr/>
              <p:nvPr/>
            </p:nvSpPr>
            <p:spPr>
              <a:xfrm>
                <a:off x="2049403" y="2205773"/>
                <a:ext cx="1161746" cy="483131"/>
              </a:xfrm>
              <a:custGeom>
                <a:rect b="b" l="l" r="r" t="t"/>
                <a:pathLst>
                  <a:path extrusionOk="0" h="21183" w="50937">
                    <a:moveTo>
                      <a:pt x="2769" y="0"/>
                    </a:moveTo>
                    <a:cubicBezTo>
                      <a:pt x="1234" y="0"/>
                      <a:pt x="0" y="1268"/>
                      <a:pt x="0" y="2802"/>
                    </a:cubicBezTo>
                    <a:lnTo>
                      <a:pt x="0" y="13944"/>
                    </a:lnTo>
                    <a:cubicBezTo>
                      <a:pt x="0" y="15478"/>
                      <a:pt x="1234" y="16746"/>
                      <a:pt x="2769" y="16746"/>
                    </a:cubicBezTo>
                    <a:lnTo>
                      <a:pt x="39962" y="16746"/>
                    </a:lnTo>
                    <a:lnTo>
                      <a:pt x="44398" y="21182"/>
                    </a:lnTo>
                    <a:lnTo>
                      <a:pt x="44398" y="16746"/>
                    </a:lnTo>
                    <a:lnTo>
                      <a:pt x="48134" y="16746"/>
                    </a:lnTo>
                    <a:cubicBezTo>
                      <a:pt x="49669" y="16746"/>
                      <a:pt x="50936" y="15478"/>
                      <a:pt x="50936" y="13944"/>
                    </a:cubicBezTo>
                    <a:lnTo>
                      <a:pt x="50936" y="2802"/>
                    </a:lnTo>
                    <a:cubicBezTo>
                      <a:pt x="50936" y="1268"/>
                      <a:pt x="49669" y="0"/>
                      <a:pt x="481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1"/>
              <p:cNvSpPr/>
              <p:nvPr/>
            </p:nvSpPr>
            <p:spPr>
              <a:xfrm>
                <a:off x="2158954" y="2283368"/>
                <a:ext cx="941881" cy="38066"/>
              </a:xfrm>
              <a:custGeom>
                <a:rect b="b" l="l" r="r" t="t"/>
                <a:pathLst>
                  <a:path extrusionOk="0" h="1669" w="41297">
                    <a:moveTo>
                      <a:pt x="1" y="1"/>
                    </a:moveTo>
                    <a:lnTo>
                      <a:pt x="1" y="1669"/>
                    </a:lnTo>
                    <a:lnTo>
                      <a:pt x="41297" y="1669"/>
                    </a:lnTo>
                    <a:lnTo>
                      <a:pt x="41297" y="1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/>
              <p:nvPr/>
            </p:nvSpPr>
            <p:spPr>
              <a:xfrm>
                <a:off x="2158954" y="2377728"/>
                <a:ext cx="941881" cy="38066"/>
              </a:xfrm>
              <a:custGeom>
                <a:rect b="b" l="l" r="r" t="t"/>
                <a:pathLst>
                  <a:path extrusionOk="0" h="1669" w="41297">
                    <a:moveTo>
                      <a:pt x="1" y="0"/>
                    </a:moveTo>
                    <a:lnTo>
                      <a:pt x="1" y="1668"/>
                    </a:lnTo>
                    <a:lnTo>
                      <a:pt x="41297" y="1668"/>
                    </a:lnTo>
                    <a:lnTo>
                      <a:pt x="41297" y="0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"/>
              <p:cNvSpPr/>
              <p:nvPr/>
            </p:nvSpPr>
            <p:spPr>
              <a:xfrm>
                <a:off x="2158954" y="2471313"/>
                <a:ext cx="460301" cy="38066"/>
              </a:xfrm>
              <a:custGeom>
                <a:rect b="b" l="l" r="r" t="t"/>
                <a:pathLst>
                  <a:path extrusionOk="0" h="1669" w="20182">
                    <a:moveTo>
                      <a:pt x="1" y="0"/>
                    </a:moveTo>
                    <a:lnTo>
                      <a:pt x="1" y="1668"/>
                    </a:lnTo>
                    <a:lnTo>
                      <a:pt x="20182" y="1668"/>
                    </a:lnTo>
                    <a:lnTo>
                      <a:pt x="20182" y="0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1"/>
              <p:cNvSpPr/>
              <p:nvPr/>
            </p:nvSpPr>
            <p:spPr>
              <a:xfrm>
                <a:off x="1827222" y="2850213"/>
                <a:ext cx="1161768" cy="483108"/>
              </a:xfrm>
              <a:custGeom>
                <a:rect b="b" l="l" r="r" t="t"/>
                <a:pathLst>
                  <a:path extrusionOk="0" h="21182" w="50938">
                    <a:moveTo>
                      <a:pt x="2769" y="0"/>
                    </a:moveTo>
                    <a:cubicBezTo>
                      <a:pt x="1235" y="0"/>
                      <a:pt x="1" y="1268"/>
                      <a:pt x="1" y="2802"/>
                    </a:cubicBezTo>
                    <a:lnTo>
                      <a:pt x="1" y="13943"/>
                    </a:lnTo>
                    <a:cubicBezTo>
                      <a:pt x="1" y="15478"/>
                      <a:pt x="1235" y="16745"/>
                      <a:pt x="2769" y="16745"/>
                    </a:cubicBezTo>
                    <a:lnTo>
                      <a:pt x="6539" y="16745"/>
                    </a:lnTo>
                    <a:lnTo>
                      <a:pt x="6539" y="21182"/>
                    </a:lnTo>
                    <a:lnTo>
                      <a:pt x="10975" y="16745"/>
                    </a:lnTo>
                    <a:lnTo>
                      <a:pt x="48135" y="16745"/>
                    </a:lnTo>
                    <a:cubicBezTo>
                      <a:pt x="49670" y="16745"/>
                      <a:pt x="50937" y="15478"/>
                      <a:pt x="50937" y="13943"/>
                    </a:cubicBezTo>
                    <a:lnTo>
                      <a:pt x="50937" y="2802"/>
                    </a:lnTo>
                    <a:cubicBezTo>
                      <a:pt x="50937" y="1268"/>
                      <a:pt x="49703" y="0"/>
                      <a:pt x="48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"/>
              <p:cNvSpPr/>
              <p:nvPr/>
            </p:nvSpPr>
            <p:spPr>
              <a:xfrm>
                <a:off x="1936796" y="2927809"/>
                <a:ext cx="941881" cy="38066"/>
              </a:xfrm>
              <a:custGeom>
                <a:rect b="b" l="l" r="r" t="t"/>
                <a:pathLst>
                  <a:path extrusionOk="0" h="1669" w="41297">
                    <a:moveTo>
                      <a:pt x="0" y="0"/>
                    </a:moveTo>
                    <a:lnTo>
                      <a:pt x="0" y="1668"/>
                    </a:lnTo>
                    <a:lnTo>
                      <a:pt x="41296" y="1668"/>
                    </a:lnTo>
                    <a:lnTo>
                      <a:pt x="41296" y="0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1"/>
              <p:cNvSpPr/>
              <p:nvPr/>
            </p:nvSpPr>
            <p:spPr>
              <a:xfrm>
                <a:off x="1936796" y="3022146"/>
                <a:ext cx="941881" cy="38066"/>
              </a:xfrm>
              <a:custGeom>
                <a:rect b="b" l="l" r="r" t="t"/>
                <a:pathLst>
                  <a:path extrusionOk="0" h="1669" w="41297">
                    <a:moveTo>
                      <a:pt x="0" y="1"/>
                    </a:moveTo>
                    <a:lnTo>
                      <a:pt x="0" y="1669"/>
                    </a:lnTo>
                    <a:lnTo>
                      <a:pt x="41296" y="1669"/>
                    </a:lnTo>
                    <a:lnTo>
                      <a:pt x="41296" y="1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1"/>
              <p:cNvSpPr/>
              <p:nvPr/>
            </p:nvSpPr>
            <p:spPr>
              <a:xfrm>
                <a:off x="2419157" y="3115731"/>
                <a:ext cx="459548" cy="38066"/>
              </a:xfrm>
              <a:custGeom>
                <a:rect b="b" l="l" r="r" t="t"/>
                <a:pathLst>
                  <a:path extrusionOk="0" h="1669" w="20149">
                    <a:moveTo>
                      <a:pt x="1" y="1"/>
                    </a:moveTo>
                    <a:lnTo>
                      <a:pt x="1" y="1669"/>
                    </a:lnTo>
                    <a:lnTo>
                      <a:pt x="20148" y="1669"/>
                    </a:lnTo>
                    <a:lnTo>
                      <a:pt x="20148" y="1"/>
                    </a:lnTo>
                    <a:close/>
                  </a:path>
                </a:pathLst>
              </a:custGeom>
              <a:solidFill>
                <a:srgbClr val="000000">
                  <a:alpha val="3725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1"/>
              <p:cNvSpPr/>
              <p:nvPr/>
            </p:nvSpPr>
            <p:spPr>
              <a:xfrm>
                <a:off x="3055226" y="2744449"/>
                <a:ext cx="197832" cy="197832"/>
              </a:xfrm>
              <a:custGeom>
                <a:rect b="b" l="l" r="r" t="t"/>
                <a:pathLst>
                  <a:path extrusionOk="0" h="8674" w="8674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lnTo>
                      <a:pt x="0" y="6739"/>
                    </a:lnTo>
                    <a:cubicBezTo>
                      <a:pt x="0" y="7806"/>
                      <a:pt x="868" y="8673"/>
                      <a:pt x="1935" y="8673"/>
                    </a:cubicBezTo>
                    <a:lnTo>
                      <a:pt x="6738" y="8673"/>
                    </a:lnTo>
                    <a:cubicBezTo>
                      <a:pt x="7806" y="8673"/>
                      <a:pt x="8673" y="7806"/>
                      <a:pt x="8673" y="6739"/>
                    </a:cubicBezTo>
                    <a:lnTo>
                      <a:pt x="8673" y="1935"/>
                    </a:lnTo>
                    <a:cubicBezTo>
                      <a:pt x="8673" y="868"/>
                      <a:pt x="7806" y="0"/>
                      <a:pt x="6738" y="0"/>
                    </a:cubicBezTo>
                    <a:close/>
                  </a:path>
                </a:pathLst>
              </a:custGeom>
              <a:solidFill>
                <a:srgbClr val="0962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/>
              <p:nvPr/>
            </p:nvSpPr>
            <p:spPr>
              <a:xfrm>
                <a:off x="1773211" y="3374429"/>
                <a:ext cx="197832" cy="197832"/>
              </a:xfrm>
              <a:custGeom>
                <a:rect b="b" l="l" r="r" t="t"/>
                <a:pathLst>
                  <a:path extrusionOk="0" h="8674" w="8674">
                    <a:moveTo>
                      <a:pt x="1935" y="0"/>
                    </a:moveTo>
                    <a:cubicBezTo>
                      <a:pt x="868" y="0"/>
                      <a:pt x="0" y="867"/>
                      <a:pt x="0" y="1935"/>
                    </a:cubicBezTo>
                    <a:lnTo>
                      <a:pt x="0" y="6738"/>
                    </a:lnTo>
                    <a:cubicBezTo>
                      <a:pt x="0" y="7806"/>
                      <a:pt x="868" y="8673"/>
                      <a:pt x="1935" y="8673"/>
                    </a:cubicBezTo>
                    <a:lnTo>
                      <a:pt x="6739" y="8673"/>
                    </a:lnTo>
                    <a:cubicBezTo>
                      <a:pt x="7806" y="8673"/>
                      <a:pt x="8673" y="7806"/>
                      <a:pt x="8673" y="6738"/>
                    </a:cubicBezTo>
                    <a:lnTo>
                      <a:pt x="8673" y="1935"/>
                    </a:lnTo>
                    <a:cubicBezTo>
                      <a:pt x="8673" y="867"/>
                      <a:pt x="7806" y="0"/>
                      <a:pt x="6739" y="0"/>
                    </a:cubicBezTo>
                    <a:close/>
                  </a:path>
                </a:pathLst>
              </a:custGeom>
              <a:solidFill>
                <a:srgbClr val="0962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"/>
              <p:cNvSpPr/>
              <p:nvPr/>
            </p:nvSpPr>
            <p:spPr>
              <a:xfrm>
                <a:off x="1658323" y="900172"/>
                <a:ext cx="1483559" cy="1483582"/>
              </a:xfrm>
              <a:custGeom>
                <a:rect b="b" l="l" r="r" t="t"/>
                <a:pathLst>
                  <a:path extrusionOk="0" h="65048" w="65047">
                    <a:moveTo>
                      <a:pt x="5738" y="1"/>
                    </a:moveTo>
                    <a:cubicBezTo>
                      <a:pt x="2569" y="1"/>
                      <a:pt x="1" y="2803"/>
                      <a:pt x="1" y="6238"/>
                    </a:cubicBezTo>
                    <a:lnTo>
                      <a:pt x="1" y="65047"/>
                    </a:lnTo>
                    <a:lnTo>
                      <a:pt x="568" y="64447"/>
                    </a:lnTo>
                    <a:lnTo>
                      <a:pt x="568" y="12343"/>
                    </a:lnTo>
                    <a:lnTo>
                      <a:pt x="52705" y="12343"/>
                    </a:lnTo>
                    <a:lnTo>
                      <a:pt x="65047" y="1"/>
                    </a:lnTo>
                    <a:close/>
                  </a:path>
                </a:pathLst>
              </a:custGeom>
              <a:solidFill>
                <a:srgbClr val="FFFFFF">
                  <a:alpha val="1529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1"/>
              <p:cNvSpPr/>
              <p:nvPr/>
            </p:nvSpPr>
            <p:spPr>
              <a:xfrm>
                <a:off x="2298954" y="1043982"/>
                <a:ext cx="416921" cy="45661"/>
              </a:xfrm>
              <a:custGeom>
                <a:rect b="b" l="l" r="r" t="t"/>
                <a:pathLst>
                  <a:path extrusionOk="0" h="2002" w="18280">
                    <a:moveTo>
                      <a:pt x="1001" y="0"/>
                    </a:moveTo>
                    <a:cubicBezTo>
                      <a:pt x="467" y="0"/>
                      <a:pt x="0" y="467"/>
                      <a:pt x="0" y="1001"/>
                    </a:cubicBezTo>
                    <a:cubicBezTo>
                      <a:pt x="0" y="1568"/>
                      <a:pt x="467" y="2001"/>
                      <a:pt x="1001" y="2001"/>
                    </a:cubicBezTo>
                    <a:lnTo>
                      <a:pt x="17279" y="2001"/>
                    </a:lnTo>
                    <a:cubicBezTo>
                      <a:pt x="17813" y="2001"/>
                      <a:pt x="18280" y="1568"/>
                      <a:pt x="18280" y="1001"/>
                    </a:cubicBezTo>
                    <a:cubicBezTo>
                      <a:pt x="18280" y="467"/>
                      <a:pt x="17813" y="0"/>
                      <a:pt x="172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"/>
              <p:cNvSpPr/>
              <p:nvPr/>
            </p:nvSpPr>
            <p:spPr>
              <a:xfrm>
                <a:off x="2486876" y="956464"/>
                <a:ext cx="41099" cy="41875"/>
              </a:xfrm>
              <a:custGeom>
                <a:rect b="b" l="l" r="r" t="t"/>
                <a:pathLst>
                  <a:path extrusionOk="0" h="1836" w="1802">
                    <a:moveTo>
                      <a:pt x="901" y="1"/>
                    </a:moveTo>
                    <a:cubicBezTo>
                      <a:pt x="401" y="1"/>
                      <a:pt x="0" y="401"/>
                      <a:pt x="0" y="902"/>
                    </a:cubicBezTo>
                    <a:cubicBezTo>
                      <a:pt x="0" y="1402"/>
                      <a:pt x="401" y="1836"/>
                      <a:pt x="901" y="1836"/>
                    </a:cubicBezTo>
                    <a:cubicBezTo>
                      <a:pt x="1401" y="1836"/>
                      <a:pt x="1802" y="1402"/>
                      <a:pt x="1802" y="902"/>
                    </a:cubicBezTo>
                    <a:cubicBezTo>
                      <a:pt x="1802" y="401"/>
                      <a:pt x="1401" y="1"/>
                      <a:pt x="9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1"/>
              <p:cNvSpPr/>
              <p:nvPr/>
            </p:nvSpPr>
            <p:spPr>
              <a:xfrm>
                <a:off x="1750379" y="3351597"/>
                <a:ext cx="244246" cy="243470"/>
              </a:xfrm>
              <a:custGeom>
                <a:rect b="b" l="l" r="r" t="t"/>
                <a:pathLst>
                  <a:path extrusionOk="0" h="10675" w="10709">
                    <a:moveTo>
                      <a:pt x="10675" y="5338"/>
                    </a:moveTo>
                    <a:cubicBezTo>
                      <a:pt x="10675" y="6972"/>
                      <a:pt x="9941" y="8440"/>
                      <a:pt x="8807" y="9407"/>
                    </a:cubicBezTo>
                    <a:cubicBezTo>
                      <a:pt x="7873" y="10208"/>
                      <a:pt x="6672" y="10675"/>
                      <a:pt x="5338" y="10675"/>
                    </a:cubicBezTo>
                    <a:cubicBezTo>
                      <a:pt x="4037" y="10675"/>
                      <a:pt x="2836" y="10208"/>
                      <a:pt x="1902" y="9407"/>
                    </a:cubicBezTo>
                    <a:cubicBezTo>
                      <a:pt x="735" y="8440"/>
                      <a:pt x="1" y="6972"/>
                      <a:pt x="1" y="5338"/>
                    </a:cubicBezTo>
                    <a:cubicBezTo>
                      <a:pt x="1" y="2402"/>
                      <a:pt x="2402" y="0"/>
                      <a:pt x="5371" y="0"/>
                    </a:cubicBezTo>
                    <a:cubicBezTo>
                      <a:pt x="8307" y="0"/>
                      <a:pt x="10708" y="2402"/>
                      <a:pt x="10708" y="53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1"/>
              <p:cNvSpPr/>
              <p:nvPr/>
            </p:nvSpPr>
            <p:spPr>
              <a:xfrm>
                <a:off x="1824941" y="3384305"/>
                <a:ext cx="95130" cy="95130"/>
              </a:xfrm>
              <a:custGeom>
                <a:rect b="b" l="l" r="r" t="t"/>
                <a:pathLst>
                  <a:path extrusionOk="0" h="4171" w="4171">
                    <a:moveTo>
                      <a:pt x="2069" y="1"/>
                    </a:moveTo>
                    <a:cubicBezTo>
                      <a:pt x="935" y="1"/>
                      <a:pt x="1" y="935"/>
                      <a:pt x="1" y="2102"/>
                    </a:cubicBezTo>
                    <a:cubicBezTo>
                      <a:pt x="1" y="3236"/>
                      <a:pt x="935" y="4170"/>
                      <a:pt x="2069" y="4170"/>
                    </a:cubicBezTo>
                    <a:cubicBezTo>
                      <a:pt x="3236" y="4170"/>
                      <a:pt x="4170" y="3236"/>
                      <a:pt x="4170" y="2102"/>
                    </a:cubicBezTo>
                    <a:cubicBezTo>
                      <a:pt x="4170" y="935"/>
                      <a:pt x="3236" y="1"/>
                      <a:pt x="2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"/>
              <p:cNvSpPr/>
              <p:nvPr/>
            </p:nvSpPr>
            <p:spPr>
              <a:xfrm>
                <a:off x="1793762" y="3484732"/>
                <a:ext cx="157509" cy="110343"/>
              </a:xfrm>
              <a:custGeom>
                <a:rect b="b" l="l" r="r" t="t"/>
                <a:pathLst>
                  <a:path extrusionOk="0" h="4838" w="6906">
                    <a:moveTo>
                      <a:pt x="1968" y="1"/>
                    </a:moveTo>
                    <a:cubicBezTo>
                      <a:pt x="767" y="601"/>
                      <a:pt x="0" y="1802"/>
                      <a:pt x="0" y="3137"/>
                    </a:cubicBezTo>
                    <a:lnTo>
                      <a:pt x="0" y="3570"/>
                    </a:lnTo>
                    <a:cubicBezTo>
                      <a:pt x="934" y="4371"/>
                      <a:pt x="2135" y="4838"/>
                      <a:pt x="3436" y="4838"/>
                    </a:cubicBezTo>
                    <a:cubicBezTo>
                      <a:pt x="4770" y="4838"/>
                      <a:pt x="5971" y="4371"/>
                      <a:pt x="6905" y="3570"/>
                    </a:cubicBezTo>
                    <a:lnTo>
                      <a:pt x="6905" y="3137"/>
                    </a:lnTo>
                    <a:cubicBezTo>
                      <a:pt x="6905" y="1769"/>
                      <a:pt x="6138" y="601"/>
                      <a:pt x="4937" y="1"/>
                    </a:cubicBezTo>
                    <a:cubicBezTo>
                      <a:pt x="4470" y="218"/>
                      <a:pt x="3961" y="326"/>
                      <a:pt x="3453" y="326"/>
                    </a:cubicBezTo>
                    <a:cubicBezTo>
                      <a:pt x="2944" y="326"/>
                      <a:pt x="2435" y="218"/>
                      <a:pt x="19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"/>
              <p:cNvSpPr/>
              <p:nvPr/>
            </p:nvSpPr>
            <p:spPr>
              <a:xfrm>
                <a:off x="3032395" y="2721617"/>
                <a:ext cx="243470" cy="243470"/>
              </a:xfrm>
              <a:custGeom>
                <a:rect b="b" l="l" r="r" t="t"/>
                <a:pathLst>
                  <a:path extrusionOk="0" h="10675" w="10675">
                    <a:moveTo>
                      <a:pt x="10675" y="5338"/>
                    </a:moveTo>
                    <a:cubicBezTo>
                      <a:pt x="10675" y="6972"/>
                      <a:pt x="9941" y="8440"/>
                      <a:pt x="8773" y="9441"/>
                    </a:cubicBezTo>
                    <a:cubicBezTo>
                      <a:pt x="7873" y="10208"/>
                      <a:pt x="6639" y="10675"/>
                      <a:pt x="5338" y="10675"/>
                    </a:cubicBezTo>
                    <a:cubicBezTo>
                      <a:pt x="4037" y="10675"/>
                      <a:pt x="2836" y="10208"/>
                      <a:pt x="1902" y="9441"/>
                    </a:cubicBezTo>
                    <a:cubicBezTo>
                      <a:pt x="734" y="8440"/>
                      <a:pt x="1" y="6972"/>
                      <a:pt x="1" y="5338"/>
                    </a:cubicBezTo>
                    <a:cubicBezTo>
                      <a:pt x="1" y="2402"/>
                      <a:pt x="2402" y="1"/>
                      <a:pt x="5338" y="1"/>
                    </a:cubicBezTo>
                    <a:cubicBezTo>
                      <a:pt x="8306" y="1"/>
                      <a:pt x="10675" y="2402"/>
                      <a:pt x="10675" y="53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rotWithShape="0" algn="bl" dir="2460000" dist="19050">
                  <a:schemeClr val="dk2">
                    <a:alpha val="1882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"/>
              <p:cNvSpPr/>
              <p:nvPr/>
            </p:nvSpPr>
            <p:spPr>
              <a:xfrm>
                <a:off x="3106957" y="2755101"/>
                <a:ext cx="94355" cy="94355"/>
              </a:xfrm>
              <a:custGeom>
                <a:rect b="b" l="l" r="r" t="t"/>
                <a:pathLst>
                  <a:path extrusionOk="0" h="4137" w="4137">
                    <a:moveTo>
                      <a:pt x="2069" y="0"/>
                    </a:moveTo>
                    <a:cubicBezTo>
                      <a:pt x="935" y="0"/>
                      <a:pt x="1" y="934"/>
                      <a:pt x="1" y="2069"/>
                    </a:cubicBezTo>
                    <a:cubicBezTo>
                      <a:pt x="1" y="3203"/>
                      <a:pt x="935" y="4137"/>
                      <a:pt x="2069" y="4137"/>
                    </a:cubicBezTo>
                    <a:cubicBezTo>
                      <a:pt x="3203" y="4137"/>
                      <a:pt x="4137" y="3203"/>
                      <a:pt x="4137" y="2069"/>
                    </a:cubicBezTo>
                    <a:cubicBezTo>
                      <a:pt x="4137" y="934"/>
                      <a:pt x="3203" y="0"/>
                      <a:pt x="20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1"/>
              <p:cNvSpPr/>
              <p:nvPr/>
            </p:nvSpPr>
            <p:spPr>
              <a:xfrm>
                <a:off x="3075754" y="2855528"/>
                <a:ext cx="156756" cy="109567"/>
              </a:xfrm>
              <a:custGeom>
                <a:rect b="b" l="l" r="r" t="t"/>
                <a:pathLst>
                  <a:path extrusionOk="0" h="4804" w="6873">
                    <a:moveTo>
                      <a:pt x="1969" y="1"/>
                    </a:moveTo>
                    <a:cubicBezTo>
                      <a:pt x="768" y="568"/>
                      <a:pt x="1" y="1768"/>
                      <a:pt x="1" y="3103"/>
                    </a:cubicBezTo>
                    <a:lnTo>
                      <a:pt x="1" y="3570"/>
                    </a:lnTo>
                    <a:cubicBezTo>
                      <a:pt x="935" y="4337"/>
                      <a:pt x="2136" y="4804"/>
                      <a:pt x="3437" y="4804"/>
                    </a:cubicBezTo>
                    <a:cubicBezTo>
                      <a:pt x="4771" y="4804"/>
                      <a:pt x="5972" y="4337"/>
                      <a:pt x="6872" y="3570"/>
                    </a:cubicBezTo>
                    <a:lnTo>
                      <a:pt x="6872" y="3103"/>
                    </a:lnTo>
                    <a:cubicBezTo>
                      <a:pt x="6872" y="1768"/>
                      <a:pt x="6105" y="568"/>
                      <a:pt x="4904" y="1"/>
                    </a:cubicBezTo>
                    <a:cubicBezTo>
                      <a:pt x="4671" y="101"/>
                      <a:pt x="4437" y="167"/>
                      <a:pt x="4204" y="234"/>
                    </a:cubicBezTo>
                    <a:cubicBezTo>
                      <a:pt x="3954" y="288"/>
                      <a:pt x="3704" y="314"/>
                      <a:pt x="3456" y="314"/>
                    </a:cubicBezTo>
                    <a:cubicBezTo>
                      <a:pt x="2944" y="314"/>
                      <a:pt x="2441" y="203"/>
                      <a:pt x="19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9" name="Google Shape;1189;p1"/>
            <p:cNvSpPr/>
            <p:nvPr/>
          </p:nvSpPr>
          <p:spPr>
            <a:xfrm flipH="1">
              <a:off x="2428026" y="1580174"/>
              <a:ext cx="158700" cy="155700"/>
            </a:xfrm>
            <a:prstGeom prst="hear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"/>
          <p:cNvGrpSpPr/>
          <p:nvPr/>
        </p:nvGrpSpPr>
        <p:grpSpPr>
          <a:xfrm>
            <a:off x="712700" y="4292400"/>
            <a:ext cx="1723200" cy="341950"/>
            <a:chOff x="2439450" y="3964075"/>
            <a:chExt cx="1723200" cy="341950"/>
          </a:xfrm>
        </p:grpSpPr>
        <p:sp>
          <p:nvSpPr>
            <p:cNvPr id="1195" name="Google Shape;1195;p4"/>
            <p:cNvSpPr/>
            <p:nvPr/>
          </p:nvSpPr>
          <p:spPr>
            <a:xfrm>
              <a:off x="2439450" y="396407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2771850" y="411852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7" name="Google Shape;1197;p4"/>
          <p:cNvSpPr txBox="1"/>
          <p:nvPr>
            <p:ph type="title"/>
          </p:nvPr>
        </p:nvSpPr>
        <p:spPr>
          <a:xfrm>
            <a:off x="3035700" y="3338963"/>
            <a:ext cx="5324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—</a:t>
            </a:r>
            <a:r>
              <a:rPr lang="en" u="sng">
                <a:solidFill>
                  <a:schemeClr val="hlink"/>
                </a:solidFill>
                <a:hlinkClick r:id="rId3"/>
              </a:rPr>
              <a:t>Pew Research Center </a:t>
            </a:r>
            <a:endParaRPr/>
          </a:p>
        </p:txBody>
      </p:sp>
      <p:sp>
        <p:nvSpPr>
          <p:cNvPr id="1198" name="Google Shape;1198;p4"/>
          <p:cNvSpPr txBox="1"/>
          <p:nvPr>
            <p:ph idx="1" type="subTitle"/>
          </p:nvPr>
        </p:nvSpPr>
        <p:spPr>
          <a:xfrm>
            <a:off x="3035700" y="1098100"/>
            <a:ext cx="5726100" cy="21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n"/>
              <a:t>3 in 10 US Adults say they have used a dating app, and about 50% of those under 30 report they have used a dating site or app</a:t>
            </a:r>
            <a:endParaRPr/>
          </a:p>
        </p:txBody>
      </p:sp>
      <p:grpSp>
        <p:nvGrpSpPr>
          <p:cNvPr id="1199" name="Google Shape;1199;p4"/>
          <p:cNvGrpSpPr/>
          <p:nvPr/>
        </p:nvGrpSpPr>
        <p:grpSpPr>
          <a:xfrm flipH="1">
            <a:off x="910010" y="1484540"/>
            <a:ext cx="1079297" cy="3026463"/>
            <a:chOff x="971733" y="1607890"/>
            <a:chExt cx="1079297" cy="3026463"/>
          </a:xfrm>
        </p:grpSpPr>
        <p:sp>
          <p:nvSpPr>
            <p:cNvPr id="1200" name="Google Shape;1200;p4"/>
            <p:cNvSpPr/>
            <p:nvPr/>
          </p:nvSpPr>
          <p:spPr>
            <a:xfrm>
              <a:off x="997920" y="2087660"/>
              <a:ext cx="219814" cy="255366"/>
            </a:xfrm>
            <a:custGeom>
              <a:rect b="b" l="l" r="r" t="t"/>
              <a:pathLst>
                <a:path extrusionOk="0" h="9108" w="7840">
                  <a:moveTo>
                    <a:pt x="1" y="1"/>
                  </a:moveTo>
                  <a:lnTo>
                    <a:pt x="3570" y="9107"/>
                  </a:lnTo>
                  <a:lnTo>
                    <a:pt x="7840" y="9107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997920" y="2074566"/>
              <a:ext cx="137524" cy="13122"/>
            </a:xfrm>
            <a:custGeom>
              <a:rect b="b" l="l" r="r" t="t"/>
              <a:pathLst>
                <a:path extrusionOk="0" h="468" w="4905">
                  <a:moveTo>
                    <a:pt x="568" y="1"/>
                  </a:moveTo>
                  <a:lnTo>
                    <a:pt x="1" y="468"/>
                  </a:lnTo>
                  <a:lnTo>
                    <a:pt x="4270" y="468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117639" y="2074566"/>
              <a:ext cx="112262" cy="268459"/>
            </a:xfrm>
            <a:custGeom>
              <a:rect b="b" l="l" r="r" t="t"/>
              <a:pathLst>
                <a:path extrusionOk="0" h="9575" w="4004">
                  <a:moveTo>
                    <a:pt x="634" y="1"/>
                  </a:moveTo>
                  <a:lnTo>
                    <a:pt x="0" y="468"/>
                  </a:lnTo>
                  <a:lnTo>
                    <a:pt x="3570" y="9574"/>
                  </a:lnTo>
                  <a:lnTo>
                    <a:pt x="4003" y="8840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994191" y="2007249"/>
              <a:ext cx="622909" cy="714396"/>
            </a:xfrm>
            <a:custGeom>
              <a:rect b="b" l="l" r="r" t="t"/>
              <a:pathLst>
                <a:path extrusionOk="0" h="25480" w="22217">
                  <a:moveTo>
                    <a:pt x="22216" y="0"/>
                  </a:moveTo>
                  <a:cubicBezTo>
                    <a:pt x="22216" y="0"/>
                    <a:pt x="18447" y="967"/>
                    <a:pt x="17079" y="2635"/>
                  </a:cubicBezTo>
                  <a:cubicBezTo>
                    <a:pt x="15711" y="4303"/>
                    <a:pt x="9874" y="18213"/>
                    <a:pt x="9874" y="18213"/>
                  </a:cubicBezTo>
                  <a:lnTo>
                    <a:pt x="3503" y="11975"/>
                  </a:lnTo>
                  <a:cubicBezTo>
                    <a:pt x="3503" y="11975"/>
                    <a:pt x="3903" y="10241"/>
                    <a:pt x="3236" y="9407"/>
                  </a:cubicBezTo>
                  <a:cubicBezTo>
                    <a:pt x="3236" y="9407"/>
                    <a:pt x="4170" y="9207"/>
                    <a:pt x="4837" y="8906"/>
                  </a:cubicBezTo>
                  <a:cubicBezTo>
                    <a:pt x="5237" y="8740"/>
                    <a:pt x="5571" y="8506"/>
                    <a:pt x="5504" y="8273"/>
                  </a:cubicBezTo>
                  <a:cubicBezTo>
                    <a:pt x="5404" y="7639"/>
                    <a:pt x="5104" y="6038"/>
                    <a:pt x="4503" y="5838"/>
                  </a:cubicBezTo>
                  <a:cubicBezTo>
                    <a:pt x="4086" y="5722"/>
                    <a:pt x="2913" y="5558"/>
                    <a:pt x="2123" y="5558"/>
                  </a:cubicBezTo>
                  <a:cubicBezTo>
                    <a:pt x="1776" y="5558"/>
                    <a:pt x="1503" y="5589"/>
                    <a:pt x="1401" y="5671"/>
                  </a:cubicBezTo>
                  <a:cubicBezTo>
                    <a:pt x="1068" y="5938"/>
                    <a:pt x="134" y="7605"/>
                    <a:pt x="67" y="8539"/>
                  </a:cubicBezTo>
                  <a:cubicBezTo>
                    <a:pt x="0" y="9473"/>
                    <a:pt x="934" y="12909"/>
                    <a:pt x="3536" y="17479"/>
                  </a:cubicBezTo>
                  <a:cubicBezTo>
                    <a:pt x="5233" y="20448"/>
                    <a:pt x="7073" y="25479"/>
                    <a:pt x="10480" y="25479"/>
                  </a:cubicBezTo>
                  <a:cubicBezTo>
                    <a:pt x="11092" y="25479"/>
                    <a:pt x="11755" y="25317"/>
                    <a:pt x="12476" y="24951"/>
                  </a:cubicBezTo>
                  <a:cubicBezTo>
                    <a:pt x="13710" y="24051"/>
                    <a:pt x="19114" y="14377"/>
                    <a:pt x="19114" y="14377"/>
                  </a:cubicBezTo>
                  <a:lnTo>
                    <a:pt x="22216" y="0"/>
                  </a:ln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054050" y="2256947"/>
              <a:ext cx="75785" cy="86075"/>
            </a:xfrm>
            <a:custGeom>
              <a:rect b="b" l="l" r="r" t="t"/>
              <a:pathLst>
                <a:path extrusionOk="0" h="3070" w="2703">
                  <a:moveTo>
                    <a:pt x="2702" y="0"/>
                  </a:moveTo>
                  <a:cubicBezTo>
                    <a:pt x="1968" y="0"/>
                    <a:pt x="534" y="0"/>
                    <a:pt x="300" y="134"/>
                  </a:cubicBezTo>
                  <a:cubicBezTo>
                    <a:pt x="0" y="301"/>
                    <a:pt x="934" y="768"/>
                    <a:pt x="1001" y="1535"/>
                  </a:cubicBezTo>
                  <a:cubicBezTo>
                    <a:pt x="1034" y="2302"/>
                    <a:pt x="1368" y="3069"/>
                    <a:pt x="1368" y="3069"/>
                  </a:cubicBezTo>
                  <a:cubicBezTo>
                    <a:pt x="1368" y="3069"/>
                    <a:pt x="1768" y="1335"/>
                    <a:pt x="1101" y="501"/>
                  </a:cubicBezTo>
                  <a:cubicBezTo>
                    <a:pt x="1101" y="501"/>
                    <a:pt x="2035" y="301"/>
                    <a:pt x="2702" y="0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094256" y="2101903"/>
              <a:ext cx="17804" cy="17383"/>
            </a:xfrm>
            <a:custGeom>
              <a:rect b="b" l="l" r="r" t="t"/>
              <a:pathLst>
                <a:path extrusionOk="0" h="620" w="635">
                  <a:moveTo>
                    <a:pt x="276" y="1"/>
                  </a:moveTo>
                  <a:cubicBezTo>
                    <a:pt x="238" y="1"/>
                    <a:pt x="202" y="9"/>
                    <a:pt x="167" y="26"/>
                  </a:cubicBezTo>
                  <a:cubicBezTo>
                    <a:pt x="34" y="93"/>
                    <a:pt x="0" y="293"/>
                    <a:pt x="67" y="427"/>
                  </a:cubicBezTo>
                  <a:cubicBezTo>
                    <a:pt x="141" y="550"/>
                    <a:pt x="252" y="619"/>
                    <a:pt x="359" y="619"/>
                  </a:cubicBezTo>
                  <a:cubicBezTo>
                    <a:pt x="396" y="619"/>
                    <a:pt x="433" y="611"/>
                    <a:pt x="467" y="594"/>
                  </a:cubicBezTo>
                  <a:cubicBezTo>
                    <a:pt x="601" y="527"/>
                    <a:pt x="634" y="360"/>
                    <a:pt x="568" y="193"/>
                  </a:cubicBezTo>
                  <a:cubicBezTo>
                    <a:pt x="493" y="70"/>
                    <a:pt x="382" y="1"/>
                    <a:pt x="27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096134" y="2104174"/>
              <a:ext cx="14047" cy="13262"/>
            </a:xfrm>
            <a:custGeom>
              <a:rect b="b" l="l" r="r" t="t"/>
              <a:pathLst>
                <a:path extrusionOk="0" h="473" w="501">
                  <a:moveTo>
                    <a:pt x="209" y="0"/>
                  </a:moveTo>
                  <a:cubicBezTo>
                    <a:pt x="183" y="0"/>
                    <a:pt x="157" y="4"/>
                    <a:pt x="134" y="12"/>
                  </a:cubicBezTo>
                  <a:cubicBezTo>
                    <a:pt x="34" y="79"/>
                    <a:pt x="0" y="212"/>
                    <a:pt x="67" y="312"/>
                  </a:cubicBezTo>
                  <a:cubicBezTo>
                    <a:pt x="116" y="410"/>
                    <a:pt x="200" y="472"/>
                    <a:pt x="281" y="472"/>
                  </a:cubicBezTo>
                  <a:cubicBezTo>
                    <a:pt x="311" y="472"/>
                    <a:pt x="340" y="464"/>
                    <a:pt x="367" y="446"/>
                  </a:cubicBezTo>
                  <a:cubicBezTo>
                    <a:pt x="467" y="379"/>
                    <a:pt x="501" y="246"/>
                    <a:pt x="434" y="146"/>
                  </a:cubicBezTo>
                  <a:cubicBezTo>
                    <a:pt x="383" y="44"/>
                    <a:pt x="293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084891" y="2024072"/>
              <a:ext cx="522843" cy="750087"/>
            </a:xfrm>
            <a:custGeom>
              <a:rect b="b" l="l" r="r" t="t"/>
              <a:pathLst>
                <a:path extrusionOk="0" h="26753" w="18648">
                  <a:moveTo>
                    <a:pt x="9241" y="24351"/>
                  </a:moveTo>
                  <a:cubicBezTo>
                    <a:pt x="10475" y="23451"/>
                    <a:pt x="15879" y="13777"/>
                    <a:pt x="15879" y="13777"/>
                  </a:cubicBezTo>
                  <a:lnTo>
                    <a:pt x="18648" y="901"/>
                  </a:lnTo>
                  <a:lnTo>
                    <a:pt x="17180" y="0"/>
                  </a:lnTo>
                  <a:cubicBezTo>
                    <a:pt x="16012" y="434"/>
                    <a:pt x="14578" y="1135"/>
                    <a:pt x="13844" y="2035"/>
                  </a:cubicBezTo>
                  <a:cubicBezTo>
                    <a:pt x="12476" y="3703"/>
                    <a:pt x="6639" y="17646"/>
                    <a:pt x="6639" y="17646"/>
                  </a:cubicBezTo>
                  <a:lnTo>
                    <a:pt x="2970" y="14011"/>
                  </a:lnTo>
                  <a:lnTo>
                    <a:pt x="1" y="16346"/>
                  </a:lnTo>
                  <a:cubicBezTo>
                    <a:pt x="101" y="16546"/>
                    <a:pt x="201" y="16712"/>
                    <a:pt x="301" y="16879"/>
                  </a:cubicBezTo>
                  <a:cubicBezTo>
                    <a:pt x="2303" y="20382"/>
                    <a:pt x="4504" y="26753"/>
                    <a:pt x="9241" y="243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337422" y="3096798"/>
              <a:ext cx="471394" cy="1395791"/>
            </a:xfrm>
            <a:custGeom>
              <a:rect b="b" l="l" r="r" t="t"/>
              <a:pathLst>
                <a:path extrusionOk="0" h="49783" w="16813">
                  <a:moveTo>
                    <a:pt x="3236" y="0"/>
                  </a:moveTo>
                  <a:cubicBezTo>
                    <a:pt x="2369" y="3770"/>
                    <a:pt x="0" y="14944"/>
                    <a:pt x="701" y="22950"/>
                  </a:cubicBezTo>
                  <a:cubicBezTo>
                    <a:pt x="1001" y="26419"/>
                    <a:pt x="2035" y="30956"/>
                    <a:pt x="3269" y="35325"/>
                  </a:cubicBezTo>
                  <a:cubicBezTo>
                    <a:pt x="5004" y="41463"/>
                    <a:pt x="7105" y="47334"/>
                    <a:pt x="7939" y="49636"/>
                  </a:cubicBezTo>
                  <a:cubicBezTo>
                    <a:pt x="8672" y="49740"/>
                    <a:pt x="9333" y="49783"/>
                    <a:pt x="9923" y="49783"/>
                  </a:cubicBezTo>
                  <a:cubicBezTo>
                    <a:pt x="11780" y="49783"/>
                    <a:pt x="12945" y="49363"/>
                    <a:pt x="13477" y="49135"/>
                  </a:cubicBezTo>
                  <a:cubicBezTo>
                    <a:pt x="9240" y="23050"/>
                    <a:pt x="8306" y="23817"/>
                    <a:pt x="13010" y="14144"/>
                  </a:cubicBezTo>
                  <a:cubicBezTo>
                    <a:pt x="15912" y="8173"/>
                    <a:pt x="16646" y="3936"/>
                    <a:pt x="16812" y="1935"/>
                  </a:cubicBezTo>
                  <a:cubicBezTo>
                    <a:pt x="10074" y="1635"/>
                    <a:pt x="5404" y="601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347712" y="1971698"/>
              <a:ext cx="611666" cy="1180323"/>
            </a:xfrm>
            <a:custGeom>
              <a:rect b="b" l="l" r="r" t="t"/>
              <a:pathLst>
                <a:path extrusionOk="0" h="42098" w="21816">
                  <a:moveTo>
                    <a:pt x="17012" y="42097"/>
                  </a:moveTo>
                  <a:cubicBezTo>
                    <a:pt x="16812" y="42097"/>
                    <a:pt x="16612" y="42064"/>
                    <a:pt x="16445" y="42064"/>
                  </a:cubicBezTo>
                  <a:cubicBezTo>
                    <a:pt x="13243" y="41897"/>
                    <a:pt x="10508" y="41597"/>
                    <a:pt x="8273" y="41263"/>
                  </a:cubicBezTo>
                  <a:cubicBezTo>
                    <a:pt x="5838" y="40863"/>
                    <a:pt x="4003" y="40429"/>
                    <a:pt x="2869" y="40096"/>
                  </a:cubicBezTo>
                  <a:cubicBezTo>
                    <a:pt x="1935" y="39862"/>
                    <a:pt x="1468" y="39662"/>
                    <a:pt x="1468" y="39662"/>
                  </a:cubicBezTo>
                  <a:cubicBezTo>
                    <a:pt x="1468" y="39662"/>
                    <a:pt x="0" y="9908"/>
                    <a:pt x="6638" y="2802"/>
                  </a:cubicBezTo>
                  <a:cubicBezTo>
                    <a:pt x="9107" y="3003"/>
                    <a:pt x="10975" y="2135"/>
                    <a:pt x="12209" y="0"/>
                  </a:cubicBezTo>
                  <a:cubicBezTo>
                    <a:pt x="12209" y="0"/>
                    <a:pt x="15478" y="2235"/>
                    <a:pt x="16445" y="2802"/>
                  </a:cubicBezTo>
                  <a:cubicBezTo>
                    <a:pt x="16746" y="3003"/>
                    <a:pt x="17680" y="5171"/>
                    <a:pt x="18547" y="8707"/>
                  </a:cubicBezTo>
                  <a:cubicBezTo>
                    <a:pt x="20315" y="15979"/>
                    <a:pt x="21816" y="28988"/>
                    <a:pt x="17012" y="420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75011" y="2172780"/>
              <a:ext cx="379740" cy="979238"/>
            </a:xfrm>
            <a:custGeom>
              <a:rect b="b" l="l" r="r" t="t"/>
              <a:pathLst>
                <a:path extrusionOk="0" h="34926" w="13544">
                  <a:moveTo>
                    <a:pt x="8840" y="0"/>
                  </a:moveTo>
                  <a:cubicBezTo>
                    <a:pt x="8640" y="67"/>
                    <a:pt x="3370" y="2669"/>
                    <a:pt x="3370" y="2669"/>
                  </a:cubicBezTo>
                  <a:cubicBezTo>
                    <a:pt x="5905" y="7372"/>
                    <a:pt x="7473" y="12676"/>
                    <a:pt x="6005" y="19915"/>
                  </a:cubicBezTo>
                  <a:cubicBezTo>
                    <a:pt x="5438" y="22683"/>
                    <a:pt x="2202" y="29255"/>
                    <a:pt x="1" y="34091"/>
                  </a:cubicBezTo>
                  <a:cubicBezTo>
                    <a:pt x="2236" y="34425"/>
                    <a:pt x="4971" y="34725"/>
                    <a:pt x="8173" y="34892"/>
                  </a:cubicBezTo>
                  <a:cubicBezTo>
                    <a:pt x="8340" y="34892"/>
                    <a:pt x="8540" y="34925"/>
                    <a:pt x="8740" y="34925"/>
                  </a:cubicBezTo>
                  <a:cubicBezTo>
                    <a:pt x="13544" y="21816"/>
                    <a:pt x="12043" y="8840"/>
                    <a:pt x="10275" y="1568"/>
                  </a:cubicBezTo>
                  <a:cubicBezTo>
                    <a:pt x="9441" y="567"/>
                    <a:pt x="8907" y="0"/>
                    <a:pt x="8840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360805" y="1765290"/>
              <a:ext cx="329216" cy="285814"/>
            </a:xfrm>
            <a:custGeom>
              <a:rect b="b" l="l" r="r" t="t"/>
              <a:pathLst>
                <a:path extrusionOk="0" h="10194" w="11742">
                  <a:moveTo>
                    <a:pt x="2078" y="1"/>
                  </a:moveTo>
                  <a:cubicBezTo>
                    <a:pt x="1756" y="1"/>
                    <a:pt x="1410" y="108"/>
                    <a:pt x="1101" y="191"/>
                  </a:cubicBezTo>
                  <a:cubicBezTo>
                    <a:pt x="767" y="324"/>
                    <a:pt x="401" y="391"/>
                    <a:pt x="67" y="424"/>
                  </a:cubicBezTo>
                  <a:cubicBezTo>
                    <a:pt x="0" y="6662"/>
                    <a:pt x="3236" y="8997"/>
                    <a:pt x="3236" y="8997"/>
                  </a:cubicBezTo>
                  <a:cubicBezTo>
                    <a:pt x="3970" y="8864"/>
                    <a:pt x="4570" y="8630"/>
                    <a:pt x="5104" y="8163"/>
                  </a:cubicBezTo>
                  <a:lnTo>
                    <a:pt x="6171" y="10164"/>
                  </a:lnTo>
                  <a:cubicBezTo>
                    <a:pt x="6407" y="10184"/>
                    <a:pt x="6638" y="10193"/>
                    <a:pt x="6863" y="10193"/>
                  </a:cubicBezTo>
                  <a:cubicBezTo>
                    <a:pt x="8991" y="10193"/>
                    <a:pt x="10626" y="9327"/>
                    <a:pt x="11742" y="7396"/>
                  </a:cubicBezTo>
                  <a:cubicBezTo>
                    <a:pt x="11308" y="7062"/>
                    <a:pt x="11008" y="6529"/>
                    <a:pt x="10808" y="5895"/>
                  </a:cubicBezTo>
                  <a:cubicBezTo>
                    <a:pt x="9007" y="5128"/>
                    <a:pt x="8106" y="2959"/>
                    <a:pt x="7706" y="2092"/>
                  </a:cubicBezTo>
                  <a:lnTo>
                    <a:pt x="7706" y="2059"/>
                  </a:lnTo>
                  <a:cubicBezTo>
                    <a:pt x="7606" y="1859"/>
                    <a:pt x="7506" y="1625"/>
                    <a:pt x="7305" y="1492"/>
                  </a:cubicBezTo>
                  <a:cubicBezTo>
                    <a:pt x="7200" y="1386"/>
                    <a:pt x="7054" y="1321"/>
                    <a:pt x="6911" y="1321"/>
                  </a:cubicBezTo>
                  <a:cubicBezTo>
                    <a:pt x="6828" y="1321"/>
                    <a:pt x="6745" y="1343"/>
                    <a:pt x="6672" y="1392"/>
                  </a:cubicBezTo>
                  <a:cubicBezTo>
                    <a:pt x="6438" y="1525"/>
                    <a:pt x="6371" y="1859"/>
                    <a:pt x="6438" y="2125"/>
                  </a:cubicBezTo>
                  <a:cubicBezTo>
                    <a:pt x="6472" y="2392"/>
                    <a:pt x="6605" y="2659"/>
                    <a:pt x="6572" y="2926"/>
                  </a:cubicBezTo>
                  <a:cubicBezTo>
                    <a:pt x="6543" y="3182"/>
                    <a:pt x="6344" y="3414"/>
                    <a:pt x="6121" y="3414"/>
                  </a:cubicBezTo>
                  <a:cubicBezTo>
                    <a:pt x="6082" y="3414"/>
                    <a:pt x="6043" y="3408"/>
                    <a:pt x="6005" y="3393"/>
                  </a:cubicBezTo>
                  <a:cubicBezTo>
                    <a:pt x="5871" y="3360"/>
                    <a:pt x="5771" y="3226"/>
                    <a:pt x="5704" y="3059"/>
                  </a:cubicBezTo>
                  <a:cubicBezTo>
                    <a:pt x="5471" y="2592"/>
                    <a:pt x="5371" y="1959"/>
                    <a:pt x="4904" y="1692"/>
                  </a:cubicBezTo>
                  <a:cubicBezTo>
                    <a:pt x="4470" y="1392"/>
                    <a:pt x="3870" y="1525"/>
                    <a:pt x="3469" y="1225"/>
                  </a:cubicBezTo>
                  <a:cubicBezTo>
                    <a:pt x="3102" y="958"/>
                    <a:pt x="3002" y="424"/>
                    <a:pt x="2635" y="157"/>
                  </a:cubicBezTo>
                  <a:cubicBezTo>
                    <a:pt x="2469" y="42"/>
                    <a:pt x="2279" y="1"/>
                    <a:pt x="2078" y="1"/>
                  </a:cubicBez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360805" y="4474399"/>
              <a:ext cx="371329" cy="159954"/>
            </a:xfrm>
            <a:custGeom>
              <a:rect b="b" l="l" r="r" t="t"/>
              <a:pathLst>
                <a:path extrusionOk="0" h="5705" w="13244">
                  <a:moveTo>
                    <a:pt x="7105" y="501"/>
                  </a:moveTo>
                  <a:cubicBezTo>
                    <a:pt x="10141" y="934"/>
                    <a:pt x="11942" y="301"/>
                    <a:pt x="12643" y="0"/>
                  </a:cubicBezTo>
                  <a:cubicBezTo>
                    <a:pt x="12809" y="1001"/>
                    <a:pt x="12976" y="2102"/>
                    <a:pt x="13143" y="3203"/>
                  </a:cubicBezTo>
                  <a:cubicBezTo>
                    <a:pt x="13243" y="3836"/>
                    <a:pt x="12809" y="4404"/>
                    <a:pt x="12176" y="4470"/>
                  </a:cubicBezTo>
                  <a:lnTo>
                    <a:pt x="1068" y="5638"/>
                  </a:lnTo>
                  <a:cubicBezTo>
                    <a:pt x="334" y="5704"/>
                    <a:pt x="0" y="4770"/>
                    <a:pt x="634" y="4404"/>
                  </a:cubicBezTo>
                  <a:lnTo>
                    <a:pt x="7105" y="501"/>
                  </a:lnTo>
                  <a:lnTo>
                    <a:pt x="7105" y="5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281292" y="1607890"/>
              <a:ext cx="384422" cy="322684"/>
            </a:xfrm>
            <a:custGeom>
              <a:rect b="b" l="l" r="r" t="t"/>
              <a:pathLst>
                <a:path extrusionOk="0" h="11509" w="13711">
                  <a:moveTo>
                    <a:pt x="2903" y="6038"/>
                  </a:moveTo>
                  <a:cubicBezTo>
                    <a:pt x="2603" y="6072"/>
                    <a:pt x="2303" y="6105"/>
                    <a:pt x="2036" y="6105"/>
                  </a:cubicBezTo>
                  <a:cubicBezTo>
                    <a:pt x="1402" y="6138"/>
                    <a:pt x="1035" y="5738"/>
                    <a:pt x="635" y="5271"/>
                  </a:cubicBezTo>
                  <a:cubicBezTo>
                    <a:pt x="435" y="5037"/>
                    <a:pt x="234" y="4804"/>
                    <a:pt x="134" y="4504"/>
                  </a:cubicBezTo>
                  <a:cubicBezTo>
                    <a:pt x="34" y="4237"/>
                    <a:pt x="1" y="3870"/>
                    <a:pt x="201" y="3636"/>
                  </a:cubicBezTo>
                  <a:cubicBezTo>
                    <a:pt x="568" y="3069"/>
                    <a:pt x="1435" y="3236"/>
                    <a:pt x="1902" y="2803"/>
                  </a:cubicBezTo>
                  <a:cubicBezTo>
                    <a:pt x="2303" y="2402"/>
                    <a:pt x="2269" y="1702"/>
                    <a:pt x="2636" y="1301"/>
                  </a:cubicBezTo>
                  <a:cubicBezTo>
                    <a:pt x="3036" y="901"/>
                    <a:pt x="3704" y="935"/>
                    <a:pt x="4271" y="1035"/>
                  </a:cubicBezTo>
                  <a:cubicBezTo>
                    <a:pt x="4838" y="1135"/>
                    <a:pt x="5438" y="1268"/>
                    <a:pt x="5938" y="968"/>
                  </a:cubicBezTo>
                  <a:cubicBezTo>
                    <a:pt x="6105" y="868"/>
                    <a:pt x="6239" y="734"/>
                    <a:pt x="6405" y="601"/>
                  </a:cubicBezTo>
                  <a:cubicBezTo>
                    <a:pt x="7206" y="1"/>
                    <a:pt x="8374" y="267"/>
                    <a:pt x="9174" y="734"/>
                  </a:cubicBezTo>
                  <a:cubicBezTo>
                    <a:pt x="9341" y="334"/>
                    <a:pt x="10242" y="367"/>
                    <a:pt x="10575" y="434"/>
                  </a:cubicBezTo>
                  <a:cubicBezTo>
                    <a:pt x="11042" y="534"/>
                    <a:pt x="11476" y="801"/>
                    <a:pt x="11709" y="1201"/>
                  </a:cubicBezTo>
                  <a:cubicBezTo>
                    <a:pt x="11809" y="1335"/>
                    <a:pt x="11876" y="1535"/>
                    <a:pt x="12009" y="1668"/>
                  </a:cubicBezTo>
                  <a:cubicBezTo>
                    <a:pt x="12343" y="2102"/>
                    <a:pt x="13110" y="2169"/>
                    <a:pt x="13310" y="2702"/>
                  </a:cubicBezTo>
                  <a:cubicBezTo>
                    <a:pt x="13477" y="3169"/>
                    <a:pt x="13010" y="3703"/>
                    <a:pt x="13110" y="4204"/>
                  </a:cubicBezTo>
                  <a:cubicBezTo>
                    <a:pt x="13177" y="4437"/>
                    <a:pt x="13344" y="4637"/>
                    <a:pt x="13444" y="4837"/>
                  </a:cubicBezTo>
                  <a:cubicBezTo>
                    <a:pt x="13711" y="5338"/>
                    <a:pt x="13677" y="5805"/>
                    <a:pt x="13577" y="6338"/>
                  </a:cubicBezTo>
                  <a:cubicBezTo>
                    <a:pt x="13477" y="6805"/>
                    <a:pt x="13477" y="7339"/>
                    <a:pt x="13410" y="7839"/>
                  </a:cubicBezTo>
                  <a:cubicBezTo>
                    <a:pt x="13277" y="9074"/>
                    <a:pt x="13277" y="10308"/>
                    <a:pt x="13644" y="11509"/>
                  </a:cubicBezTo>
                  <a:cubicBezTo>
                    <a:pt x="11843" y="10775"/>
                    <a:pt x="10942" y="8607"/>
                    <a:pt x="10542" y="7706"/>
                  </a:cubicBezTo>
                  <a:cubicBezTo>
                    <a:pt x="10442" y="7473"/>
                    <a:pt x="10342" y="7272"/>
                    <a:pt x="10141" y="7106"/>
                  </a:cubicBezTo>
                  <a:cubicBezTo>
                    <a:pt x="9975" y="6972"/>
                    <a:pt x="9708" y="6905"/>
                    <a:pt x="9508" y="7006"/>
                  </a:cubicBezTo>
                  <a:cubicBezTo>
                    <a:pt x="9274" y="7172"/>
                    <a:pt x="9207" y="7473"/>
                    <a:pt x="9274" y="7773"/>
                  </a:cubicBezTo>
                  <a:cubicBezTo>
                    <a:pt x="9308" y="8040"/>
                    <a:pt x="9441" y="8306"/>
                    <a:pt x="9408" y="8573"/>
                  </a:cubicBezTo>
                  <a:cubicBezTo>
                    <a:pt x="9374" y="8840"/>
                    <a:pt x="9107" y="9107"/>
                    <a:pt x="8841" y="9040"/>
                  </a:cubicBezTo>
                  <a:cubicBezTo>
                    <a:pt x="8707" y="8974"/>
                    <a:pt x="8607" y="8840"/>
                    <a:pt x="8540" y="8707"/>
                  </a:cubicBezTo>
                  <a:cubicBezTo>
                    <a:pt x="8307" y="8206"/>
                    <a:pt x="8207" y="7606"/>
                    <a:pt x="7740" y="7306"/>
                  </a:cubicBezTo>
                  <a:cubicBezTo>
                    <a:pt x="7306" y="7039"/>
                    <a:pt x="6706" y="7172"/>
                    <a:pt x="6305" y="6839"/>
                  </a:cubicBezTo>
                  <a:cubicBezTo>
                    <a:pt x="5938" y="6572"/>
                    <a:pt x="5838" y="6038"/>
                    <a:pt x="5471" y="5805"/>
                  </a:cubicBezTo>
                  <a:cubicBezTo>
                    <a:pt x="5038" y="5504"/>
                    <a:pt x="4437" y="5671"/>
                    <a:pt x="3937" y="5838"/>
                  </a:cubicBezTo>
                  <a:cubicBezTo>
                    <a:pt x="3603" y="5938"/>
                    <a:pt x="3237" y="6005"/>
                    <a:pt x="2903" y="6038"/>
                  </a:cubicBezTo>
                  <a:close/>
                </a:path>
              </a:pathLst>
            </a:custGeom>
            <a:solidFill>
              <a:srgbClr val="FFCC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170937" y="3083704"/>
              <a:ext cx="259095" cy="1361501"/>
            </a:xfrm>
            <a:custGeom>
              <a:rect b="b" l="l" r="r" t="t"/>
              <a:pathLst>
                <a:path extrusionOk="0" h="48560" w="9241">
                  <a:moveTo>
                    <a:pt x="7773" y="0"/>
                  </a:moveTo>
                  <a:cubicBezTo>
                    <a:pt x="7773" y="0"/>
                    <a:pt x="3870" y="14210"/>
                    <a:pt x="1" y="47701"/>
                  </a:cubicBezTo>
                  <a:cubicBezTo>
                    <a:pt x="1" y="47701"/>
                    <a:pt x="1278" y="48560"/>
                    <a:pt x="3993" y="48560"/>
                  </a:cubicBezTo>
                  <a:cubicBezTo>
                    <a:pt x="4620" y="48560"/>
                    <a:pt x="5323" y="48514"/>
                    <a:pt x="6105" y="48402"/>
                  </a:cubicBezTo>
                  <a:cubicBezTo>
                    <a:pt x="6739" y="45032"/>
                    <a:pt x="7773" y="40262"/>
                    <a:pt x="9241" y="35792"/>
                  </a:cubicBezTo>
                  <a:cubicBezTo>
                    <a:pt x="8006" y="31389"/>
                    <a:pt x="6939" y="26886"/>
                    <a:pt x="6639" y="23384"/>
                  </a:cubicBezTo>
                  <a:cubicBezTo>
                    <a:pt x="5938" y="15411"/>
                    <a:pt x="8307" y="4203"/>
                    <a:pt x="9174" y="467"/>
                  </a:cubicBezTo>
                  <a:cubicBezTo>
                    <a:pt x="8240" y="200"/>
                    <a:pt x="7773" y="0"/>
                    <a:pt x="77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971733" y="4421100"/>
              <a:ext cx="370403" cy="143103"/>
            </a:xfrm>
            <a:custGeom>
              <a:rect b="b" l="l" r="r" t="t"/>
              <a:pathLst>
                <a:path extrusionOk="0" h="5104" w="13211">
                  <a:moveTo>
                    <a:pt x="13210" y="701"/>
                  </a:moveTo>
                  <a:cubicBezTo>
                    <a:pt x="12943" y="2068"/>
                    <a:pt x="12776" y="3169"/>
                    <a:pt x="12643" y="3936"/>
                  </a:cubicBezTo>
                  <a:cubicBezTo>
                    <a:pt x="12543" y="4603"/>
                    <a:pt x="11976" y="5104"/>
                    <a:pt x="11309" y="5104"/>
                  </a:cubicBezTo>
                  <a:lnTo>
                    <a:pt x="1101" y="5104"/>
                  </a:lnTo>
                  <a:cubicBezTo>
                    <a:pt x="301" y="5104"/>
                    <a:pt x="1" y="4003"/>
                    <a:pt x="701" y="3636"/>
                  </a:cubicBezTo>
                  <a:lnTo>
                    <a:pt x="7106" y="0"/>
                  </a:lnTo>
                  <a:cubicBezTo>
                    <a:pt x="7106" y="0"/>
                    <a:pt x="9040" y="1301"/>
                    <a:pt x="13210" y="7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92729" y="2017511"/>
              <a:ext cx="458301" cy="1086818"/>
            </a:xfrm>
            <a:custGeom>
              <a:rect b="b" l="l" r="r" t="t"/>
              <a:pathLst>
                <a:path extrusionOk="0" h="38763" w="16346">
                  <a:moveTo>
                    <a:pt x="16212" y="20249"/>
                  </a:moveTo>
                  <a:cubicBezTo>
                    <a:pt x="16346" y="27187"/>
                    <a:pt x="14545" y="33525"/>
                    <a:pt x="6072" y="38762"/>
                  </a:cubicBezTo>
                  <a:cubicBezTo>
                    <a:pt x="4437" y="37828"/>
                    <a:pt x="3637" y="36194"/>
                    <a:pt x="3303" y="35293"/>
                  </a:cubicBezTo>
                  <a:cubicBezTo>
                    <a:pt x="5471" y="32624"/>
                    <a:pt x="7506" y="29455"/>
                    <a:pt x="7906" y="26720"/>
                  </a:cubicBezTo>
                  <a:cubicBezTo>
                    <a:pt x="8674" y="21583"/>
                    <a:pt x="9207" y="18748"/>
                    <a:pt x="4604" y="11576"/>
                  </a:cubicBezTo>
                  <a:cubicBezTo>
                    <a:pt x="1" y="4404"/>
                    <a:pt x="2970" y="1"/>
                    <a:pt x="7706" y="1168"/>
                  </a:cubicBezTo>
                  <a:cubicBezTo>
                    <a:pt x="10542" y="3370"/>
                    <a:pt x="16046" y="12510"/>
                    <a:pt x="16212" y="202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475842" y="3006995"/>
              <a:ext cx="287132" cy="319151"/>
            </a:xfrm>
            <a:custGeom>
              <a:rect b="b" l="l" r="r" t="t"/>
              <a:pathLst>
                <a:path extrusionOk="0" h="11383" w="10241">
                  <a:moveTo>
                    <a:pt x="7472" y="1"/>
                  </a:moveTo>
                  <a:cubicBezTo>
                    <a:pt x="5571" y="2303"/>
                    <a:pt x="3569" y="4237"/>
                    <a:pt x="2435" y="5171"/>
                  </a:cubicBezTo>
                  <a:cubicBezTo>
                    <a:pt x="0" y="7106"/>
                    <a:pt x="400" y="10008"/>
                    <a:pt x="1001" y="10842"/>
                  </a:cubicBezTo>
                  <a:cubicBezTo>
                    <a:pt x="1248" y="11186"/>
                    <a:pt x="1603" y="11382"/>
                    <a:pt x="1947" y="11382"/>
                  </a:cubicBezTo>
                  <a:cubicBezTo>
                    <a:pt x="2437" y="11382"/>
                    <a:pt x="2904" y="10983"/>
                    <a:pt x="3002" y="10041"/>
                  </a:cubicBezTo>
                  <a:cubicBezTo>
                    <a:pt x="3169" y="8440"/>
                    <a:pt x="3903" y="8140"/>
                    <a:pt x="5504" y="7640"/>
                  </a:cubicBezTo>
                  <a:cubicBezTo>
                    <a:pt x="7105" y="7139"/>
                    <a:pt x="6872" y="5305"/>
                    <a:pt x="6872" y="5305"/>
                  </a:cubicBezTo>
                  <a:cubicBezTo>
                    <a:pt x="8106" y="4704"/>
                    <a:pt x="9240" y="4104"/>
                    <a:pt x="10241" y="3470"/>
                  </a:cubicBezTo>
                  <a:cubicBezTo>
                    <a:pt x="8606" y="2536"/>
                    <a:pt x="7806" y="902"/>
                    <a:pt x="7472" y="1"/>
                  </a:cubicBez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03879" y="1947390"/>
              <a:ext cx="52402" cy="59888"/>
            </a:xfrm>
            <a:custGeom>
              <a:rect b="b" l="l" r="r" t="t"/>
              <a:pathLst>
                <a:path extrusionOk="0" h="2136" w="1869">
                  <a:moveTo>
                    <a:pt x="1869" y="0"/>
                  </a:moveTo>
                  <a:lnTo>
                    <a:pt x="1535" y="367"/>
                  </a:lnTo>
                  <a:cubicBezTo>
                    <a:pt x="1202" y="767"/>
                    <a:pt x="1" y="1668"/>
                    <a:pt x="1" y="1668"/>
                  </a:cubicBezTo>
                  <a:lnTo>
                    <a:pt x="234" y="2135"/>
                  </a:lnTo>
                  <a:cubicBezTo>
                    <a:pt x="1602" y="1301"/>
                    <a:pt x="1869" y="0"/>
                    <a:pt x="1869" y="0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70299" y="1832354"/>
              <a:ext cx="31823" cy="48253"/>
            </a:xfrm>
            <a:custGeom>
              <a:rect b="b" l="l" r="r" t="t"/>
              <a:pathLst>
                <a:path extrusionOk="0" h="1721" w="1135">
                  <a:moveTo>
                    <a:pt x="367" y="0"/>
                  </a:moveTo>
                  <a:lnTo>
                    <a:pt x="367" y="34"/>
                  </a:lnTo>
                  <a:cubicBezTo>
                    <a:pt x="667" y="601"/>
                    <a:pt x="334" y="1234"/>
                    <a:pt x="0" y="1435"/>
                  </a:cubicBezTo>
                  <a:cubicBezTo>
                    <a:pt x="0" y="1435"/>
                    <a:pt x="176" y="1721"/>
                    <a:pt x="475" y="1721"/>
                  </a:cubicBezTo>
                  <a:cubicBezTo>
                    <a:pt x="544" y="1721"/>
                    <a:pt x="619" y="1706"/>
                    <a:pt x="701" y="1668"/>
                  </a:cubicBezTo>
                  <a:cubicBezTo>
                    <a:pt x="1134" y="1468"/>
                    <a:pt x="801" y="868"/>
                    <a:pt x="801" y="868"/>
                  </a:cubicBezTo>
                  <a:lnTo>
                    <a:pt x="367" y="0"/>
                  </a:ln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45963" y="1816934"/>
              <a:ext cx="29047" cy="37682"/>
            </a:xfrm>
            <a:custGeom>
              <a:rect b="b" l="l" r="r" t="t"/>
              <a:pathLst>
                <a:path extrusionOk="0" h="1344" w="1036">
                  <a:moveTo>
                    <a:pt x="381" y="1"/>
                  </a:moveTo>
                  <a:cubicBezTo>
                    <a:pt x="328" y="1"/>
                    <a:pt x="278" y="15"/>
                    <a:pt x="234" y="50"/>
                  </a:cubicBezTo>
                  <a:cubicBezTo>
                    <a:pt x="1" y="217"/>
                    <a:pt x="168" y="584"/>
                    <a:pt x="201" y="784"/>
                  </a:cubicBezTo>
                  <a:cubicBezTo>
                    <a:pt x="242" y="773"/>
                    <a:pt x="287" y="766"/>
                    <a:pt x="329" y="766"/>
                  </a:cubicBezTo>
                  <a:cubicBezTo>
                    <a:pt x="425" y="766"/>
                    <a:pt x="512" y="802"/>
                    <a:pt x="535" y="917"/>
                  </a:cubicBezTo>
                  <a:cubicBezTo>
                    <a:pt x="535" y="1017"/>
                    <a:pt x="468" y="1084"/>
                    <a:pt x="501" y="1184"/>
                  </a:cubicBezTo>
                  <a:cubicBezTo>
                    <a:pt x="501" y="1282"/>
                    <a:pt x="591" y="1344"/>
                    <a:pt x="691" y="1344"/>
                  </a:cubicBezTo>
                  <a:cubicBezTo>
                    <a:pt x="728" y="1344"/>
                    <a:pt x="766" y="1335"/>
                    <a:pt x="802" y="1317"/>
                  </a:cubicBezTo>
                  <a:cubicBezTo>
                    <a:pt x="968" y="1284"/>
                    <a:pt x="1002" y="1084"/>
                    <a:pt x="1002" y="917"/>
                  </a:cubicBezTo>
                  <a:cubicBezTo>
                    <a:pt x="968" y="650"/>
                    <a:pt x="1035" y="417"/>
                    <a:pt x="802" y="217"/>
                  </a:cubicBezTo>
                  <a:cubicBezTo>
                    <a:pt x="703" y="118"/>
                    <a:pt x="531" y="1"/>
                    <a:pt x="381" y="1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1" name="Google Shape;1221;p4"/>
          <p:cNvGrpSpPr/>
          <p:nvPr/>
        </p:nvGrpSpPr>
        <p:grpSpPr>
          <a:xfrm flipH="1">
            <a:off x="1636637" y="1028422"/>
            <a:ext cx="611693" cy="481316"/>
            <a:chOff x="1006620" y="1265774"/>
            <a:chExt cx="499872" cy="393361"/>
          </a:xfrm>
        </p:grpSpPr>
        <p:sp>
          <p:nvSpPr>
            <p:cNvPr id="1222" name="Google Shape;1222;p4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4" name="Google Shape;1224;p4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1225" name="Google Shape;1225;p4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6" name="Google Shape;1226;p4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227" name="Google Shape;1227;p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49" name="Google Shape;1249;p4"/>
          <p:cNvGrpSpPr/>
          <p:nvPr/>
        </p:nvGrpSpPr>
        <p:grpSpPr>
          <a:xfrm>
            <a:off x="268975" y="266906"/>
            <a:ext cx="128700" cy="2031594"/>
            <a:chOff x="269025" y="311906"/>
            <a:chExt cx="128700" cy="2031594"/>
          </a:xfrm>
        </p:grpSpPr>
        <p:sp>
          <p:nvSpPr>
            <p:cNvPr id="1250" name="Google Shape;1250;p4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1" name="Google Shape;1251;p4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252" name="Google Shape;1252;p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" name="Google Shape;1278;g397bc2731b5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1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g397bc2731b5_0_5" title="vecteezy_broken-heart-symbol-on-transparent-background_18719301.png"/>
          <p:cNvPicPr preferRelativeResize="0"/>
          <p:nvPr/>
        </p:nvPicPr>
        <p:blipFill rotWithShape="1">
          <a:blip r:embed="rId4">
            <a:alphaModFix/>
          </a:blip>
          <a:srcRect b="7134" l="0" r="0" t="11053"/>
          <a:stretch/>
        </p:blipFill>
        <p:spPr>
          <a:xfrm>
            <a:off x="296425" y="456675"/>
            <a:ext cx="3055124" cy="24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g397bc2731b5_0_5"/>
          <p:cNvSpPr txBox="1"/>
          <p:nvPr/>
        </p:nvSpPr>
        <p:spPr>
          <a:xfrm>
            <a:off x="392550" y="809200"/>
            <a:ext cx="12900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27%</a:t>
            </a:r>
            <a:r>
              <a:rPr lang="en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of men say         they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1" name="Google Shape;1281;g397bc2731b5_0_5"/>
          <p:cNvSpPr txBox="1"/>
          <p:nvPr/>
        </p:nvSpPr>
        <p:spPr>
          <a:xfrm>
            <a:off x="1832825" y="809197"/>
            <a:ext cx="12894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en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dd </a:t>
            </a:r>
            <a:r>
              <a:rPr b="1" i="1" lang="en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 extra inches         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(in height)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97bc2731b5_0_54"/>
          <p:cNvSpPr txBox="1"/>
          <p:nvPr>
            <p:ph type="title"/>
          </p:nvPr>
        </p:nvSpPr>
        <p:spPr>
          <a:xfrm>
            <a:off x="592500" y="779800"/>
            <a:ext cx="79590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On dating platforms where self-reported height is often inflated, how can we use </a:t>
            </a:r>
            <a:r>
              <a:rPr lang="en">
                <a:solidFill>
                  <a:schemeClr val="lt1"/>
                </a:solidFill>
              </a:rPr>
              <a:t>images </a:t>
            </a:r>
            <a:r>
              <a:rPr lang="en"/>
              <a:t>to produce </a:t>
            </a:r>
            <a:r>
              <a:rPr lang="en">
                <a:solidFill>
                  <a:schemeClr val="lt1"/>
                </a:solidFill>
              </a:rPr>
              <a:t>more accurate height estimates?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87" name="Google Shape;1287;g397bc2731b5_0_54"/>
          <p:cNvGrpSpPr/>
          <p:nvPr/>
        </p:nvGrpSpPr>
        <p:grpSpPr>
          <a:xfrm rot="10800000">
            <a:off x="268975" y="2846675"/>
            <a:ext cx="128700" cy="2031594"/>
            <a:chOff x="421425" y="464306"/>
            <a:chExt cx="128700" cy="2031594"/>
          </a:xfrm>
        </p:grpSpPr>
        <p:sp>
          <p:nvSpPr>
            <p:cNvPr id="1288" name="Google Shape;1288;g397bc2731b5_0_54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9" name="Google Shape;1289;g397bc2731b5_0_54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1290" name="Google Shape;1290;g397bc2731b5_0_5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g397bc2731b5_0_5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g397bc2731b5_0_5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g397bc2731b5_0_5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g397bc2731b5_0_5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g397bc2731b5_0_5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g397bc2731b5_0_5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g397bc2731b5_0_5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g397bc2731b5_0_5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g397bc2731b5_0_5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g397bc2731b5_0_5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g397bc2731b5_0_5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g397bc2731b5_0_5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g397bc2731b5_0_5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g397bc2731b5_0_5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g397bc2731b5_0_5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g397bc2731b5_0_5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g397bc2731b5_0_5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g397bc2731b5_0_5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g397bc2731b5_0_5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g397bc2731b5_0_5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g397bc2731b5_0_5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2" name="Google Shape;1312;g397bc2731b5_0_54"/>
          <p:cNvGrpSpPr/>
          <p:nvPr/>
        </p:nvGrpSpPr>
        <p:grpSpPr>
          <a:xfrm>
            <a:off x="8746325" y="265231"/>
            <a:ext cx="128700" cy="2031594"/>
            <a:chOff x="421425" y="464306"/>
            <a:chExt cx="128700" cy="2031594"/>
          </a:xfrm>
        </p:grpSpPr>
        <p:sp>
          <p:nvSpPr>
            <p:cNvPr id="1313" name="Google Shape;1313;g397bc2731b5_0_54"/>
            <p:cNvSpPr/>
            <p:nvPr/>
          </p:nvSpPr>
          <p:spPr>
            <a:xfrm flipH="1">
              <a:off x="421425" y="4643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4" name="Google Shape;1314;g397bc2731b5_0_54"/>
            <p:cNvGrpSpPr/>
            <p:nvPr/>
          </p:nvGrpSpPr>
          <p:grpSpPr>
            <a:xfrm flipH="1" rot="5400000">
              <a:off x="-351375" y="1640600"/>
              <a:ext cx="1674300" cy="36300"/>
              <a:chOff x="7090900" y="4361375"/>
              <a:chExt cx="1674300" cy="36300"/>
            </a:xfrm>
          </p:grpSpPr>
          <p:sp>
            <p:nvSpPr>
              <p:cNvPr id="1315" name="Google Shape;1315;g397bc2731b5_0_54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g397bc2731b5_0_54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g397bc2731b5_0_54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g397bc2731b5_0_54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g397bc2731b5_0_54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g397bc2731b5_0_54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g397bc2731b5_0_54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g397bc2731b5_0_54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g397bc2731b5_0_54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g397bc2731b5_0_54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g397bc2731b5_0_54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g397bc2731b5_0_54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g397bc2731b5_0_54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g397bc2731b5_0_54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g397bc2731b5_0_54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g397bc2731b5_0_54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g397bc2731b5_0_54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g397bc2731b5_0_54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g397bc2731b5_0_54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g397bc2731b5_0_54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g397bc2731b5_0_54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g397bc2731b5_0_54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97bc2731b5_0_32"/>
          <p:cNvSpPr txBox="1"/>
          <p:nvPr>
            <p:ph type="title"/>
          </p:nvPr>
        </p:nvSpPr>
        <p:spPr>
          <a:xfrm>
            <a:off x="712650" y="158975"/>
            <a:ext cx="77187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1342" name="Google Shape;1342;g397bc2731b5_0_32"/>
          <p:cNvSpPr/>
          <p:nvPr/>
        </p:nvSpPr>
        <p:spPr>
          <a:xfrm>
            <a:off x="815275" y="1303400"/>
            <a:ext cx="2346900" cy="441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Mean Baseline</a:t>
            </a:r>
            <a:endParaRPr b="1" i="0" sz="1600" u="none" cap="none" strike="noStrike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43" name="Google Shape;1343;g397bc2731b5_0_32"/>
          <p:cNvSpPr/>
          <p:nvPr/>
        </p:nvSpPr>
        <p:spPr>
          <a:xfrm>
            <a:off x="3277168" y="1972025"/>
            <a:ext cx="429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g397bc2731b5_0_32"/>
          <p:cNvSpPr/>
          <p:nvPr/>
        </p:nvSpPr>
        <p:spPr>
          <a:xfrm>
            <a:off x="1360455" y="1973825"/>
            <a:ext cx="2346900" cy="441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Simple CNN 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45" name="Google Shape;1345;g397bc2731b5_0_32"/>
          <p:cNvSpPr/>
          <p:nvPr/>
        </p:nvSpPr>
        <p:spPr>
          <a:xfrm>
            <a:off x="3822348" y="2640700"/>
            <a:ext cx="429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g397bc2731b5_0_32"/>
          <p:cNvSpPr/>
          <p:nvPr/>
        </p:nvSpPr>
        <p:spPr>
          <a:xfrm>
            <a:off x="1905635" y="2644250"/>
            <a:ext cx="2346900" cy="441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Untrained DinoV2 model 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47" name="Google Shape;1347;g397bc2731b5_0_32"/>
          <p:cNvSpPr/>
          <p:nvPr/>
        </p:nvSpPr>
        <p:spPr>
          <a:xfrm>
            <a:off x="4367528" y="3309325"/>
            <a:ext cx="429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g397bc2731b5_0_32"/>
          <p:cNvSpPr/>
          <p:nvPr/>
        </p:nvSpPr>
        <p:spPr>
          <a:xfrm>
            <a:off x="2450815" y="3314675"/>
            <a:ext cx="2346900" cy="441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Fine-tuned DinoV2 model 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49" name="Google Shape;1349;g397bc2731b5_0_32"/>
          <p:cNvSpPr/>
          <p:nvPr/>
        </p:nvSpPr>
        <p:spPr>
          <a:xfrm>
            <a:off x="4912708" y="3977950"/>
            <a:ext cx="429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g397bc2731b5_0_32"/>
          <p:cNvSpPr/>
          <p:nvPr/>
        </p:nvSpPr>
        <p:spPr>
          <a:xfrm>
            <a:off x="2996000" y="3985100"/>
            <a:ext cx="2486400" cy="441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Data Augmentation 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with Fine-tuned DinoV2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351" name="Google Shape;1351;g397bc2731b5_0_32"/>
          <p:cNvCxnSpPr>
            <a:stCxn id="1342" idx="3"/>
            <a:endCxn id="1343" idx="0"/>
          </p:cNvCxnSpPr>
          <p:nvPr/>
        </p:nvCxnSpPr>
        <p:spPr>
          <a:xfrm>
            <a:off x="3162175" y="1523900"/>
            <a:ext cx="330000" cy="4482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g397bc2731b5_0_32"/>
          <p:cNvCxnSpPr>
            <a:stCxn id="1343" idx="3"/>
            <a:endCxn id="1345" idx="0"/>
          </p:cNvCxnSpPr>
          <p:nvPr/>
        </p:nvCxnSpPr>
        <p:spPr>
          <a:xfrm>
            <a:off x="3707068" y="2192525"/>
            <a:ext cx="330300" cy="4482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g397bc2731b5_0_32"/>
          <p:cNvCxnSpPr>
            <a:stCxn id="1345" idx="3"/>
            <a:endCxn id="1347" idx="0"/>
          </p:cNvCxnSpPr>
          <p:nvPr/>
        </p:nvCxnSpPr>
        <p:spPr>
          <a:xfrm>
            <a:off x="4252248" y="2861200"/>
            <a:ext cx="330300" cy="4482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g397bc2731b5_0_32"/>
          <p:cNvCxnSpPr>
            <a:stCxn id="1347" idx="3"/>
            <a:endCxn id="1349" idx="0"/>
          </p:cNvCxnSpPr>
          <p:nvPr/>
        </p:nvCxnSpPr>
        <p:spPr>
          <a:xfrm>
            <a:off x="4797428" y="3529825"/>
            <a:ext cx="330300" cy="4482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5" name="Google Shape;1355;g397bc2731b5_0_32"/>
          <p:cNvSpPr txBox="1"/>
          <p:nvPr/>
        </p:nvSpPr>
        <p:spPr>
          <a:xfrm>
            <a:off x="3941039" y="1303400"/>
            <a:ext cx="2207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Simple baseline predictor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6" name="Google Shape;1356;g397bc2731b5_0_32"/>
          <p:cNvSpPr txBox="1"/>
          <p:nvPr/>
        </p:nvSpPr>
        <p:spPr>
          <a:xfrm>
            <a:off x="4486171" y="1972025"/>
            <a:ext cx="2207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Basic Network</a:t>
            </a:r>
            <a:endParaRPr b="0" i="0" sz="12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7" name="Google Shape;1357;g397bc2731b5_0_32"/>
          <p:cNvSpPr txBox="1"/>
          <p:nvPr/>
        </p:nvSpPr>
        <p:spPr>
          <a:xfrm>
            <a:off x="5031302" y="2640650"/>
            <a:ext cx="2207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Off the shelf</a:t>
            </a:r>
            <a:endParaRPr b="0" i="0" sz="12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8" name="Google Shape;1358;g397bc2731b5_0_32"/>
          <p:cNvSpPr txBox="1"/>
          <p:nvPr/>
        </p:nvSpPr>
        <p:spPr>
          <a:xfrm>
            <a:off x="5576433" y="3309275"/>
            <a:ext cx="2207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Training on specific task</a:t>
            </a:r>
            <a:endParaRPr b="0" i="0" sz="12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9" name="Google Shape;1359;g397bc2731b5_0_32"/>
          <p:cNvSpPr txBox="1"/>
          <p:nvPr/>
        </p:nvSpPr>
        <p:spPr>
          <a:xfrm>
            <a:off x="6121565" y="3985100"/>
            <a:ext cx="2207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Incorporating image complexities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4" name="Google Shape;1364;g397bc2731b5_2_132"/>
          <p:cNvGrpSpPr/>
          <p:nvPr/>
        </p:nvGrpSpPr>
        <p:grpSpPr>
          <a:xfrm>
            <a:off x="7995642" y="359496"/>
            <a:ext cx="528742" cy="506978"/>
            <a:chOff x="6232064" y="1487384"/>
            <a:chExt cx="348476" cy="348487"/>
          </a:xfrm>
        </p:grpSpPr>
        <p:sp>
          <p:nvSpPr>
            <p:cNvPr id="1365" name="Google Shape;1365;g397bc2731b5_2_132"/>
            <p:cNvSpPr/>
            <p:nvPr/>
          </p:nvSpPr>
          <p:spPr>
            <a:xfrm>
              <a:off x="6232064" y="1487384"/>
              <a:ext cx="348476" cy="348476"/>
            </a:xfrm>
            <a:custGeom>
              <a:rect b="b" l="l" r="r" t="t"/>
              <a:pathLst>
                <a:path extrusionOk="0" h="15279" w="15279">
                  <a:moveTo>
                    <a:pt x="15278" y="7639"/>
                  </a:moveTo>
                  <a:cubicBezTo>
                    <a:pt x="15278" y="9974"/>
                    <a:pt x="14211" y="12076"/>
                    <a:pt x="12576" y="13477"/>
                  </a:cubicBezTo>
                  <a:cubicBezTo>
                    <a:pt x="11242" y="14611"/>
                    <a:pt x="9508" y="15278"/>
                    <a:pt x="7640" y="15278"/>
                  </a:cubicBezTo>
                  <a:cubicBezTo>
                    <a:pt x="5772" y="15278"/>
                    <a:pt x="4037" y="14611"/>
                    <a:pt x="2703" y="13477"/>
                  </a:cubicBezTo>
                  <a:cubicBezTo>
                    <a:pt x="1068" y="12076"/>
                    <a:pt x="1" y="9974"/>
                    <a:pt x="1" y="7639"/>
                  </a:cubicBezTo>
                  <a:cubicBezTo>
                    <a:pt x="1" y="3436"/>
                    <a:pt x="3403" y="0"/>
                    <a:pt x="7640" y="0"/>
                  </a:cubicBezTo>
                  <a:cubicBezTo>
                    <a:pt x="11843" y="0"/>
                    <a:pt x="15278" y="3436"/>
                    <a:pt x="15278" y="7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rotWithShape="0" algn="bl" dir="2460000" dist="19325">
                <a:schemeClr val="dk2">
                  <a:alpha val="18820"/>
                </a:schemeClr>
              </a:outerShdw>
            </a:effectLst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97bc2731b5_2_132"/>
            <p:cNvSpPr/>
            <p:nvPr/>
          </p:nvSpPr>
          <p:spPr>
            <a:xfrm>
              <a:off x="6338581" y="1534552"/>
              <a:ext cx="135454" cy="136206"/>
            </a:xfrm>
            <a:custGeom>
              <a:rect b="b" l="l" r="r" t="t"/>
              <a:pathLst>
                <a:path extrusionOk="0" h="5972" w="5939">
                  <a:moveTo>
                    <a:pt x="2970" y="1"/>
                  </a:moveTo>
                  <a:cubicBezTo>
                    <a:pt x="1335" y="1"/>
                    <a:pt x="1" y="1335"/>
                    <a:pt x="1" y="3003"/>
                  </a:cubicBezTo>
                  <a:cubicBezTo>
                    <a:pt x="1" y="4637"/>
                    <a:pt x="1335" y="5972"/>
                    <a:pt x="2970" y="5972"/>
                  </a:cubicBezTo>
                  <a:cubicBezTo>
                    <a:pt x="4604" y="5972"/>
                    <a:pt x="5938" y="4637"/>
                    <a:pt x="5938" y="3003"/>
                  </a:cubicBezTo>
                  <a:cubicBezTo>
                    <a:pt x="5938" y="1335"/>
                    <a:pt x="4604" y="1"/>
                    <a:pt x="2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97bc2731b5_2_132"/>
            <p:cNvSpPr/>
            <p:nvPr/>
          </p:nvSpPr>
          <p:spPr>
            <a:xfrm>
              <a:off x="6293693" y="1678362"/>
              <a:ext cx="225224" cy="157509"/>
            </a:xfrm>
            <a:custGeom>
              <a:rect b="b" l="l" r="r" t="t"/>
              <a:pathLst>
                <a:path extrusionOk="0" h="6906" w="9875">
                  <a:moveTo>
                    <a:pt x="2836" y="0"/>
                  </a:moveTo>
                  <a:cubicBezTo>
                    <a:pt x="1101" y="834"/>
                    <a:pt x="1" y="2535"/>
                    <a:pt x="1" y="4470"/>
                  </a:cubicBezTo>
                  <a:lnTo>
                    <a:pt x="1" y="5104"/>
                  </a:lnTo>
                  <a:cubicBezTo>
                    <a:pt x="1335" y="6238"/>
                    <a:pt x="3070" y="6905"/>
                    <a:pt x="4938" y="6905"/>
                  </a:cubicBezTo>
                  <a:cubicBezTo>
                    <a:pt x="6806" y="6905"/>
                    <a:pt x="8540" y="6238"/>
                    <a:pt x="9874" y="5104"/>
                  </a:cubicBezTo>
                  <a:lnTo>
                    <a:pt x="9874" y="4470"/>
                  </a:lnTo>
                  <a:cubicBezTo>
                    <a:pt x="9874" y="2535"/>
                    <a:pt x="8774" y="834"/>
                    <a:pt x="7039" y="0"/>
                  </a:cubicBezTo>
                  <a:cubicBezTo>
                    <a:pt x="6372" y="300"/>
                    <a:pt x="5646" y="450"/>
                    <a:pt x="4925" y="450"/>
                  </a:cubicBezTo>
                  <a:cubicBezTo>
                    <a:pt x="4204" y="450"/>
                    <a:pt x="3487" y="30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8" name="Google Shape;1368;g397bc2731b5_2_132"/>
          <p:cNvGrpSpPr/>
          <p:nvPr/>
        </p:nvGrpSpPr>
        <p:grpSpPr>
          <a:xfrm>
            <a:off x="7995650" y="1255556"/>
            <a:ext cx="528742" cy="506978"/>
            <a:chOff x="6232069" y="2500309"/>
            <a:chExt cx="348476" cy="348487"/>
          </a:xfrm>
        </p:grpSpPr>
        <p:sp>
          <p:nvSpPr>
            <p:cNvPr id="1369" name="Google Shape;1369;g397bc2731b5_2_132"/>
            <p:cNvSpPr/>
            <p:nvPr/>
          </p:nvSpPr>
          <p:spPr>
            <a:xfrm>
              <a:off x="6232069" y="2500309"/>
              <a:ext cx="348476" cy="348476"/>
            </a:xfrm>
            <a:custGeom>
              <a:rect b="b" l="l" r="r" t="t"/>
              <a:pathLst>
                <a:path extrusionOk="0" h="15279" w="15279">
                  <a:moveTo>
                    <a:pt x="15278" y="7639"/>
                  </a:moveTo>
                  <a:cubicBezTo>
                    <a:pt x="15278" y="9974"/>
                    <a:pt x="14211" y="12076"/>
                    <a:pt x="12577" y="13477"/>
                  </a:cubicBezTo>
                  <a:cubicBezTo>
                    <a:pt x="11242" y="14611"/>
                    <a:pt x="9508" y="15278"/>
                    <a:pt x="7640" y="15278"/>
                  </a:cubicBezTo>
                  <a:cubicBezTo>
                    <a:pt x="5772" y="15278"/>
                    <a:pt x="4037" y="14611"/>
                    <a:pt x="2736" y="13477"/>
                  </a:cubicBezTo>
                  <a:cubicBezTo>
                    <a:pt x="1068" y="12076"/>
                    <a:pt x="1" y="9974"/>
                    <a:pt x="1" y="7639"/>
                  </a:cubicBezTo>
                  <a:cubicBezTo>
                    <a:pt x="1" y="3436"/>
                    <a:pt x="3437" y="0"/>
                    <a:pt x="7640" y="0"/>
                  </a:cubicBezTo>
                  <a:cubicBezTo>
                    <a:pt x="11876" y="0"/>
                    <a:pt x="15278" y="3436"/>
                    <a:pt x="15278" y="7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rotWithShape="0" algn="bl" dir="2460000" dist="19325">
                <a:schemeClr val="dk2">
                  <a:alpha val="18820"/>
                </a:schemeClr>
              </a:outerShdw>
            </a:effectLst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97bc2731b5_2_132"/>
            <p:cNvSpPr/>
            <p:nvPr/>
          </p:nvSpPr>
          <p:spPr>
            <a:xfrm>
              <a:off x="6338586" y="2547477"/>
              <a:ext cx="135454" cy="136206"/>
            </a:xfrm>
            <a:custGeom>
              <a:rect b="b" l="l" r="r" t="t"/>
              <a:pathLst>
                <a:path extrusionOk="0" h="5972" w="5939">
                  <a:moveTo>
                    <a:pt x="2970" y="1"/>
                  </a:moveTo>
                  <a:cubicBezTo>
                    <a:pt x="1335" y="1"/>
                    <a:pt x="1" y="1335"/>
                    <a:pt x="1" y="3003"/>
                  </a:cubicBezTo>
                  <a:cubicBezTo>
                    <a:pt x="1" y="4637"/>
                    <a:pt x="1335" y="5972"/>
                    <a:pt x="2970" y="5972"/>
                  </a:cubicBezTo>
                  <a:cubicBezTo>
                    <a:pt x="4604" y="5972"/>
                    <a:pt x="5938" y="4637"/>
                    <a:pt x="5938" y="3003"/>
                  </a:cubicBezTo>
                  <a:cubicBezTo>
                    <a:pt x="5938" y="1335"/>
                    <a:pt x="4604" y="1"/>
                    <a:pt x="2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97bc2731b5_2_132"/>
            <p:cNvSpPr/>
            <p:nvPr/>
          </p:nvSpPr>
          <p:spPr>
            <a:xfrm>
              <a:off x="6294474" y="2691287"/>
              <a:ext cx="224449" cy="157509"/>
            </a:xfrm>
            <a:custGeom>
              <a:rect b="b" l="l" r="r" t="t"/>
              <a:pathLst>
                <a:path extrusionOk="0" h="6906" w="9841">
                  <a:moveTo>
                    <a:pt x="2802" y="0"/>
                  </a:moveTo>
                  <a:cubicBezTo>
                    <a:pt x="1068" y="834"/>
                    <a:pt x="0" y="2535"/>
                    <a:pt x="0" y="4470"/>
                  </a:cubicBezTo>
                  <a:lnTo>
                    <a:pt x="0" y="5104"/>
                  </a:lnTo>
                  <a:cubicBezTo>
                    <a:pt x="1301" y="6238"/>
                    <a:pt x="3036" y="6905"/>
                    <a:pt x="4904" y="6905"/>
                  </a:cubicBezTo>
                  <a:cubicBezTo>
                    <a:pt x="6772" y="6905"/>
                    <a:pt x="8506" y="6238"/>
                    <a:pt x="9841" y="5104"/>
                  </a:cubicBezTo>
                  <a:lnTo>
                    <a:pt x="9841" y="4470"/>
                  </a:lnTo>
                  <a:cubicBezTo>
                    <a:pt x="9841" y="2535"/>
                    <a:pt x="8740" y="834"/>
                    <a:pt x="7005" y="0"/>
                  </a:cubicBezTo>
                  <a:cubicBezTo>
                    <a:pt x="6355" y="300"/>
                    <a:pt x="5638" y="450"/>
                    <a:pt x="4916" y="450"/>
                  </a:cubicBezTo>
                  <a:cubicBezTo>
                    <a:pt x="4195" y="450"/>
                    <a:pt x="3469" y="300"/>
                    <a:pt x="2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2" name="Google Shape;1372;g397bc2731b5_2_132"/>
          <p:cNvSpPr txBox="1"/>
          <p:nvPr>
            <p:ph type="title"/>
          </p:nvPr>
        </p:nvSpPr>
        <p:spPr>
          <a:xfrm>
            <a:off x="232525" y="511150"/>
            <a:ext cx="73230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/>
              <a:t>Dataset</a:t>
            </a:r>
            <a:r>
              <a:rPr lang="en" sz="3500"/>
              <a:t>: Celeb-FBI</a:t>
            </a:r>
            <a:endParaRPr sz="3500"/>
          </a:p>
        </p:txBody>
      </p:sp>
      <p:grpSp>
        <p:nvGrpSpPr>
          <p:cNvPr id="1373" name="Google Shape;1373;g397bc2731b5_2_132"/>
          <p:cNvGrpSpPr/>
          <p:nvPr/>
        </p:nvGrpSpPr>
        <p:grpSpPr>
          <a:xfrm flipH="1">
            <a:off x="8524556" y="112193"/>
            <a:ext cx="528715" cy="398947"/>
            <a:chOff x="1006620" y="1265774"/>
            <a:chExt cx="499872" cy="393361"/>
          </a:xfrm>
        </p:grpSpPr>
        <p:sp>
          <p:nvSpPr>
            <p:cNvPr id="1374" name="Google Shape;1374;g397bc2731b5_2_132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97bc2731b5_2_132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6" name="Google Shape;1376;g397bc2731b5_2_132"/>
          <p:cNvGrpSpPr/>
          <p:nvPr/>
        </p:nvGrpSpPr>
        <p:grpSpPr>
          <a:xfrm>
            <a:off x="7466880" y="1008358"/>
            <a:ext cx="528715" cy="398947"/>
            <a:chOff x="1006620" y="1265774"/>
            <a:chExt cx="499872" cy="393361"/>
          </a:xfrm>
        </p:grpSpPr>
        <p:sp>
          <p:nvSpPr>
            <p:cNvPr id="1377" name="Google Shape;1377;g397bc2731b5_2_132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97bc2731b5_2_132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9" name="Google Shape;1379;g397bc2731b5_2_132"/>
          <p:cNvSpPr txBox="1"/>
          <p:nvPr/>
        </p:nvSpPr>
        <p:spPr>
          <a:xfrm>
            <a:off x="120175" y="1113625"/>
            <a:ext cx="69141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ontains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7,211 images of worldwide celebrity images in a standing front-facing position, including the four attributes: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Height: (4 feet 8 inches to 6 feet 5 inches)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Weight: (41 to 110 kg)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Age: (21 to 80 years)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Gender: (Male and Female)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Later used for fine tuning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80" name="Google Shape;1380;g397bc2731b5_2_132"/>
          <p:cNvPicPr preferRelativeResize="0"/>
          <p:nvPr/>
        </p:nvPicPr>
        <p:blipFill rotWithShape="1">
          <a:blip r:embed="rId3">
            <a:alphaModFix/>
          </a:blip>
          <a:srcRect b="0" l="12270" r="3746" t="0"/>
          <a:stretch/>
        </p:blipFill>
        <p:spPr>
          <a:xfrm>
            <a:off x="6853700" y="2051125"/>
            <a:ext cx="1670675" cy="2581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1" name="Google Shape;1381;g397bc2731b5_2_132"/>
          <p:cNvSpPr txBox="1"/>
          <p:nvPr/>
        </p:nvSpPr>
        <p:spPr>
          <a:xfrm>
            <a:off x="6741838" y="4632400"/>
            <a:ext cx="1978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6.2h_88w_male_70a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82" name="Google Shape;1382;g397bc2731b5_2_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61825" y="2052463"/>
            <a:ext cx="1670675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g397bc2731b5_2_132"/>
          <p:cNvSpPr txBox="1"/>
          <p:nvPr/>
        </p:nvSpPr>
        <p:spPr>
          <a:xfrm>
            <a:off x="4838863" y="4632400"/>
            <a:ext cx="17166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5.10h_77w_male_62a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97bc2731b5_2_20"/>
          <p:cNvSpPr txBox="1"/>
          <p:nvPr>
            <p:ph type="title"/>
          </p:nvPr>
        </p:nvSpPr>
        <p:spPr>
          <a:xfrm>
            <a:off x="2707050" y="199475"/>
            <a:ext cx="3729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Mean </a:t>
            </a:r>
            <a:r>
              <a:rPr lang="en" sz="4000"/>
              <a:t>Baseline</a:t>
            </a:r>
            <a:endParaRPr sz="4000"/>
          </a:p>
        </p:txBody>
      </p:sp>
      <p:grpSp>
        <p:nvGrpSpPr>
          <p:cNvPr id="1389" name="Google Shape;1389;g397bc2731b5_2_20"/>
          <p:cNvGrpSpPr/>
          <p:nvPr/>
        </p:nvGrpSpPr>
        <p:grpSpPr>
          <a:xfrm>
            <a:off x="6845497" y="4747497"/>
            <a:ext cx="2031597" cy="128700"/>
            <a:chOff x="6800497" y="4747497"/>
            <a:chExt cx="2031597" cy="128700"/>
          </a:xfrm>
        </p:grpSpPr>
        <p:sp>
          <p:nvSpPr>
            <p:cNvPr id="1390" name="Google Shape;1390;g397bc2731b5_2_20"/>
            <p:cNvSpPr/>
            <p:nvPr/>
          </p:nvSpPr>
          <p:spPr>
            <a:xfrm flipH="1" rot="5400000">
              <a:off x="8703394" y="4747497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1" name="Google Shape;1391;g397bc2731b5_2_20"/>
            <p:cNvGrpSpPr/>
            <p:nvPr/>
          </p:nvGrpSpPr>
          <p:grpSpPr>
            <a:xfrm flipH="1">
              <a:off x="6800497" y="4793700"/>
              <a:ext cx="1674300" cy="36300"/>
              <a:chOff x="7090900" y="4361375"/>
              <a:chExt cx="1674300" cy="36300"/>
            </a:xfrm>
          </p:grpSpPr>
          <p:sp>
            <p:nvSpPr>
              <p:cNvPr id="1392" name="Google Shape;1392;g397bc2731b5_2_2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g397bc2731b5_2_2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g397bc2731b5_2_2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g397bc2731b5_2_2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g397bc2731b5_2_2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g397bc2731b5_2_2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g397bc2731b5_2_2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g397bc2731b5_2_2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g397bc2731b5_2_2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g397bc2731b5_2_2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g397bc2731b5_2_2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g397bc2731b5_2_2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g397bc2731b5_2_2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g397bc2731b5_2_2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g397bc2731b5_2_2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g397bc2731b5_2_2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g397bc2731b5_2_2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g397bc2731b5_2_2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g397bc2731b5_2_2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g397bc2731b5_2_2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g397bc2731b5_2_2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g397bc2731b5_2_2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14" name="Google Shape;1414;g397bc2731b5_2_20"/>
          <p:cNvGrpSpPr/>
          <p:nvPr/>
        </p:nvGrpSpPr>
        <p:grpSpPr>
          <a:xfrm>
            <a:off x="268975" y="266906"/>
            <a:ext cx="128700" cy="2031594"/>
            <a:chOff x="269025" y="311906"/>
            <a:chExt cx="128700" cy="2031594"/>
          </a:xfrm>
        </p:grpSpPr>
        <p:sp>
          <p:nvSpPr>
            <p:cNvPr id="1415" name="Google Shape;1415;g397bc2731b5_2_20"/>
            <p:cNvSpPr/>
            <p:nvPr/>
          </p:nvSpPr>
          <p:spPr>
            <a:xfrm flipH="1">
              <a:off x="269025" y="311906"/>
              <a:ext cx="128700" cy="1287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g397bc2731b5_2_20"/>
            <p:cNvGrpSpPr/>
            <p:nvPr/>
          </p:nvGrpSpPr>
          <p:grpSpPr>
            <a:xfrm flipH="1" rot="5400000">
              <a:off x="-503775" y="1488200"/>
              <a:ext cx="1674300" cy="36300"/>
              <a:chOff x="7090900" y="4361375"/>
              <a:chExt cx="1674300" cy="36300"/>
            </a:xfrm>
          </p:grpSpPr>
          <p:sp>
            <p:nvSpPr>
              <p:cNvPr id="1417" name="Google Shape;1417;g397bc2731b5_2_20"/>
              <p:cNvSpPr/>
              <p:nvPr/>
            </p:nvSpPr>
            <p:spPr>
              <a:xfrm>
                <a:off x="709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g397bc2731b5_2_20"/>
              <p:cNvSpPr/>
              <p:nvPr/>
            </p:nvSpPr>
            <p:spPr>
              <a:xfrm>
                <a:off x="716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g397bc2731b5_2_20"/>
              <p:cNvSpPr/>
              <p:nvPr/>
            </p:nvSpPr>
            <p:spPr>
              <a:xfrm>
                <a:off x="724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g397bc2731b5_2_20"/>
              <p:cNvSpPr/>
              <p:nvPr/>
            </p:nvSpPr>
            <p:spPr>
              <a:xfrm>
                <a:off x="732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g397bc2731b5_2_20"/>
              <p:cNvSpPr/>
              <p:nvPr/>
            </p:nvSpPr>
            <p:spPr>
              <a:xfrm>
                <a:off x="740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g397bc2731b5_2_20"/>
              <p:cNvSpPr/>
              <p:nvPr/>
            </p:nvSpPr>
            <p:spPr>
              <a:xfrm>
                <a:off x="748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g397bc2731b5_2_20"/>
              <p:cNvSpPr/>
              <p:nvPr/>
            </p:nvSpPr>
            <p:spPr>
              <a:xfrm>
                <a:off x="755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g397bc2731b5_2_20"/>
              <p:cNvSpPr/>
              <p:nvPr/>
            </p:nvSpPr>
            <p:spPr>
              <a:xfrm>
                <a:off x="763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g397bc2731b5_2_20"/>
              <p:cNvSpPr/>
              <p:nvPr/>
            </p:nvSpPr>
            <p:spPr>
              <a:xfrm>
                <a:off x="771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g397bc2731b5_2_20"/>
              <p:cNvSpPr/>
              <p:nvPr/>
            </p:nvSpPr>
            <p:spPr>
              <a:xfrm>
                <a:off x="779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g397bc2731b5_2_20"/>
              <p:cNvSpPr/>
              <p:nvPr/>
            </p:nvSpPr>
            <p:spPr>
              <a:xfrm>
                <a:off x="787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g397bc2731b5_2_20"/>
              <p:cNvSpPr/>
              <p:nvPr/>
            </p:nvSpPr>
            <p:spPr>
              <a:xfrm>
                <a:off x="794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g397bc2731b5_2_20"/>
              <p:cNvSpPr/>
              <p:nvPr/>
            </p:nvSpPr>
            <p:spPr>
              <a:xfrm>
                <a:off x="802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g397bc2731b5_2_20"/>
              <p:cNvSpPr/>
              <p:nvPr/>
            </p:nvSpPr>
            <p:spPr>
              <a:xfrm>
                <a:off x="810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g397bc2731b5_2_20"/>
              <p:cNvSpPr/>
              <p:nvPr/>
            </p:nvSpPr>
            <p:spPr>
              <a:xfrm>
                <a:off x="818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g397bc2731b5_2_20"/>
              <p:cNvSpPr/>
              <p:nvPr/>
            </p:nvSpPr>
            <p:spPr>
              <a:xfrm>
                <a:off x="826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g397bc2731b5_2_20"/>
              <p:cNvSpPr/>
              <p:nvPr/>
            </p:nvSpPr>
            <p:spPr>
              <a:xfrm>
                <a:off x="833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g397bc2731b5_2_20"/>
              <p:cNvSpPr/>
              <p:nvPr/>
            </p:nvSpPr>
            <p:spPr>
              <a:xfrm>
                <a:off x="8416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g397bc2731b5_2_20"/>
              <p:cNvSpPr/>
              <p:nvPr/>
            </p:nvSpPr>
            <p:spPr>
              <a:xfrm>
                <a:off x="8494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g397bc2731b5_2_20"/>
              <p:cNvSpPr/>
              <p:nvPr/>
            </p:nvSpPr>
            <p:spPr>
              <a:xfrm>
                <a:off x="8572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g397bc2731b5_2_20"/>
              <p:cNvSpPr/>
              <p:nvPr/>
            </p:nvSpPr>
            <p:spPr>
              <a:xfrm>
                <a:off x="8650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g397bc2731b5_2_20"/>
              <p:cNvSpPr/>
              <p:nvPr/>
            </p:nvSpPr>
            <p:spPr>
              <a:xfrm>
                <a:off x="8728900" y="4361375"/>
                <a:ext cx="36300" cy="36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439" name="Google Shape;1439;g397bc2731b5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495" y="1460538"/>
            <a:ext cx="4810617" cy="28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g397bc2731b5_2_20"/>
          <p:cNvSpPr txBox="1"/>
          <p:nvPr/>
        </p:nvSpPr>
        <p:spPr>
          <a:xfrm>
            <a:off x="457200" y="966150"/>
            <a:ext cx="3607800" cy="3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Average height: </a:t>
            </a:r>
            <a:r>
              <a:rPr b="1"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171.42</a:t>
            </a: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cm</a:t>
            </a:r>
            <a:endParaRPr b="1"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Train MSE: </a:t>
            </a:r>
            <a:r>
              <a:rPr b="1"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150.69</a:t>
            </a:r>
            <a:endParaRPr b="1"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Validation MSE: </a:t>
            </a:r>
            <a:r>
              <a:rPr b="1"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164.16</a:t>
            </a:r>
            <a:endParaRPr b="1"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Test MSE: </a:t>
            </a:r>
            <a:r>
              <a:rPr b="1" lang="en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141.11</a:t>
            </a:r>
            <a:endParaRPr b="1" sz="24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Global MSE: </a:t>
            </a:r>
            <a:r>
              <a:rPr b="1" lang="en" sz="2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150.94</a:t>
            </a:r>
            <a:endParaRPr b="1" sz="2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g397bc2731b5_2_100"/>
          <p:cNvGrpSpPr/>
          <p:nvPr/>
        </p:nvGrpSpPr>
        <p:grpSpPr>
          <a:xfrm>
            <a:off x="7995642" y="359496"/>
            <a:ext cx="528742" cy="506978"/>
            <a:chOff x="6232064" y="1487384"/>
            <a:chExt cx="348476" cy="348487"/>
          </a:xfrm>
        </p:grpSpPr>
        <p:sp>
          <p:nvSpPr>
            <p:cNvPr id="1446" name="Google Shape;1446;g397bc2731b5_2_100"/>
            <p:cNvSpPr/>
            <p:nvPr/>
          </p:nvSpPr>
          <p:spPr>
            <a:xfrm>
              <a:off x="6232064" y="1487384"/>
              <a:ext cx="348476" cy="348476"/>
            </a:xfrm>
            <a:custGeom>
              <a:rect b="b" l="l" r="r" t="t"/>
              <a:pathLst>
                <a:path extrusionOk="0" h="15279" w="15279">
                  <a:moveTo>
                    <a:pt x="15278" y="7639"/>
                  </a:moveTo>
                  <a:cubicBezTo>
                    <a:pt x="15278" y="9974"/>
                    <a:pt x="14211" y="12076"/>
                    <a:pt x="12576" y="13477"/>
                  </a:cubicBezTo>
                  <a:cubicBezTo>
                    <a:pt x="11242" y="14611"/>
                    <a:pt x="9508" y="15278"/>
                    <a:pt x="7640" y="15278"/>
                  </a:cubicBezTo>
                  <a:cubicBezTo>
                    <a:pt x="5772" y="15278"/>
                    <a:pt x="4037" y="14611"/>
                    <a:pt x="2703" y="13477"/>
                  </a:cubicBezTo>
                  <a:cubicBezTo>
                    <a:pt x="1068" y="12076"/>
                    <a:pt x="1" y="9974"/>
                    <a:pt x="1" y="7639"/>
                  </a:cubicBezTo>
                  <a:cubicBezTo>
                    <a:pt x="1" y="3436"/>
                    <a:pt x="3403" y="0"/>
                    <a:pt x="7640" y="0"/>
                  </a:cubicBezTo>
                  <a:cubicBezTo>
                    <a:pt x="11843" y="0"/>
                    <a:pt x="15278" y="3436"/>
                    <a:pt x="15278" y="7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rotWithShape="0" algn="bl" dir="2460000" dist="19325">
                <a:schemeClr val="dk2">
                  <a:alpha val="18820"/>
                </a:schemeClr>
              </a:outerShdw>
            </a:effectLst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397bc2731b5_2_100"/>
            <p:cNvSpPr/>
            <p:nvPr/>
          </p:nvSpPr>
          <p:spPr>
            <a:xfrm>
              <a:off x="6338581" y="1534552"/>
              <a:ext cx="135454" cy="136206"/>
            </a:xfrm>
            <a:custGeom>
              <a:rect b="b" l="l" r="r" t="t"/>
              <a:pathLst>
                <a:path extrusionOk="0" h="5972" w="5939">
                  <a:moveTo>
                    <a:pt x="2970" y="1"/>
                  </a:moveTo>
                  <a:cubicBezTo>
                    <a:pt x="1335" y="1"/>
                    <a:pt x="1" y="1335"/>
                    <a:pt x="1" y="3003"/>
                  </a:cubicBezTo>
                  <a:cubicBezTo>
                    <a:pt x="1" y="4637"/>
                    <a:pt x="1335" y="5972"/>
                    <a:pt x="2970" y="5972"/>
                  </a:cubicBezTo>
                  <a:cubicBezTo>
                    <a:pt x="4604" y="5972"/>
                    <a:pt x="5938" y="4637"/>
                    <a:pt x="5938" y="3003"/>
                  </a:cubicBezTo>
                  <a:cubicBezTo>
                    <a:pt x="5938" y="1335"/>
                    <a:pt x="4604" y="1"/>
                    <a:pt x="2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397bc2731b5_2_100"/>
            <p:cNvSpPr/>
            <p:nvPr/>
          </p:nvSpPr>
          <p:spPr>
            <a:xfrm>
              <a:off x="6293693" y="1678362"/>
              <a:ext cx="225224" cy="157509"/>
            </a:xfrm>
            <a:custGeom>
              <a:rect b="b" l="l" r="r" t="t"/>
              <a:pathLst>
                <a:path extrusionOk="0" h="6906" w="9875">
                  <a:moveTo>
                    <a:pt x="2836" y="0"/>
                  </a:moveTo>
                  <a:cubicBezTo>
                    <a:pt x="1101" y="834"/>
                    <a:pt x="1" y="2535"/>
                    <a:pt x="1" y="4470"/>
                  </a:cubicBezTo>
                  <a:lnTo>
                    <a:pt x="1" y="5104"/>
                  </a:lnTo>
                  <a:cubicBezTo>
                    <a:pt x="1335" y="6238"/>
                    <a:pt x="3070" y="6905"/>
                    <a:pt x="4938" y="6905"/>
                  </a:cubicBezTo>
                  <a:cubicBezTo>
                    <a:pt x="6806" y="6905"/>
                    <a:pt x="8540" y="6238"/>
                    <a:pt x="9874" y="5104"/>
                  </a:cubicBezTo>
                  <a:lnTo>
                    <a:pt x="9874" y="4470"/>
                  </a:lnTo>
                  <a:cubicBezTo>
                    <a:pt x="9874" y="2535"/>
                    <a:pt x="8774" y="834"/>
                    <a:pt x="7039" y="0"/>
                  </a:cubicBezTo>
                  <a:cubicBezTo>
                    <a:pt x="6372" y="300"/>
                    <a:pt x="5646" y="450"/>
                    <a:pt x="4925" y="450"/>
                  </a:cubicBezTo>
                  <a:cubicBezTo>
                    <a:pt x="4204" y="450"/>
                    <a:pt x="3487" y="30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9" name="Google Shape;1449;g397bc2731b5_2_100"/>
          <p:cNvGrpSpPr/>
          <p:nvPr/>
        </p:nvGrpSpPr>
        <p:grpSpPr>
          <a:xfrm>
            <a:off x="7995650" y="1255556"/>
            <a:ext cx="528742" cy="506978"/>
            <a:chOff x="6232069" y="2500309"/>
            <a:chExt cx="348476" cy="348487"/>
          </a:xfrm>
        </p:grpSpPr>
        <p:sp>
          <p:nvSpPr>
            <p:cNvPr id="1450" name="Google Shape;1450;g397bc2731b5_2_100"/>
            <p:cNvSpPr/>
            <p:nvPr/>
          </p:nvSpPr>
          <p:spPr>
            <a:xfrm>
              <a:off x="6232069" y="2500309"/>
              <a:ext cx="348476" cy="348476"/>
            </a:xfrm>
            <a:custGeom>
              <a:rect b="b" l="l" r="r" t="t"/>
              <a:pathLst>
                <a:path extrusionOk="0" h="15279" w="15279">
                  <a:moveTo>
                    <a:pt x="15278" y="7639"/>
                  </a:moveTo>
                  <a:cubicBezTo>
                    <a:pt x="15278" y="9974"/>
                    <a:pt x="14211" y="12076"/>
                    <a:pt x="12577" y="13477"/>
                  </a:cubicBezTo>
                  <a:cubicBezTo>
                    <a:pt x="11242" y="14611"/>
                    <a:pt x="9508" y="15278"/>
                    <a:pt x="7640" y="15278"/>
                  </a:cubicBezTo>
                  <a:cubicBezTo>
                    <a:pt x="5772" y="15278"/>
                    <a:pt x="4037" y="14611"/>
                    <a:pt x="2736" y="13477"/>
                  </a:cubicBezTo>
                  <a:cubicBezTo>
                    <a:pt x="1068" y="12076"/>
                    <a:pt x="1" y="9974"/>
                    <a:pt x="1" y="7639"/>
                  </a:cubicBezTo>
                  <a:cubicBezTo>
                    <a:pt x="1" y="3436"/>
                    <a:pt x="3437" y="0"/>
                    <a:pt x="7640" y="0"/>
                  </a:cubicBezTo>
                  <a:cubicBezTo>
                    <a:pt x="11876" y="0"/>
                    <a:pt x="15278" y="3436"/>
                    <a:pt x="15278" y="7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rotWithShape="0" algn="bl" dir="2460000" dist="19325">
                <a:schemeClr val="dk2">
                  <a:alpha val="18820"/>
                </a:schemeClr>
              </a:outerShdw>
            </a:effectLst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397bc2731b5_2_100"/>
            <p:cNvSpPr/>
            <p:nvPr/>
          </p:nvSpPr>
          <p:spPr>
            <a:xfrm>
              <a:off x="6338586" y="2547477"/>
              <a:ext cx="135454" cy="136206"/>
            </a:xfrm>
            <a:custGeom>
              <a:rect b="b" l="l" r="r" t="t"/>
              <a:pathLst>
                <a:path extrusionOk="0" h="5972" w="5939">
                  <a:moveTo>
                    <a:pt x="2970" y="1"/>
                  </a:moveTo>
                  <a:cubicBezTo>
                    <a:pt x="1335" y="1"/>
                    <a:pt x="1" y="1335"/>
                    <a:pt x="1" y="3003"/>
                  </a:cubicBezTo>
                  <a:cubicBezTo>
                    <a:pt x="1" y="4637"/>
                    <a:pt x="1335" y="5972"/>
                    <a:pt x="2970" y="5972"/>
                  </a:cubicBezTo>
                  <a:cubicBezTo>
                    <a:pt x="4604" y="5972"/>
                    <a:pt x="5938" y="4637"/>
                    <a:pt x="5938" y="3003"/>
                  </a:cubicBezTo>
                  <a:cubicBezTo>
                    <a:pt x="5938" y="1335"/>
                    <a:pt x="4604" y="1"/>
                    <a:pt x="2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g397bc2731b5_2_100"/>
            <p:cNvSpPr/>
            <p:nvPr/>
          </p:nvSpPr>
          <p:spPr>
            <a:xfrm>
              <a:off x="6294474" y="2691287"/>
              <a:ext cx="224449" cy="157509"/>
            </a:xfrm>
            <a:custGeom>
              <a:rect b="b" l="l" r="r" t="t"/>
              <a:pathLst>
                <a:path extrusionOk="0" h="6906" w="9841">
                  <a:moveTo>
                    <a:pt x="2802" y="0"/>
                  </a:moveTo>
                  <a:cubicBezTo>
                    <a:pt x="1068" y="834"/>
                    <a:pt x="0" y="2535"/>
                    <a:pt x="0" y="4470"/>
                  </a:cubicBezTo>
                  <a:lnTo>
                    <a:pt x="0" y="5104"/>
                  </a:lnTo>
                  <a:cubicBezTo>
                    <a:pt x="1301" y="6238"/>
                    <a:pt x="3036" y="6905"/>
                    <a:pt x="4904" y="6905"/>
                  </a:cubicBezTo>
                  <a:cubicBezTo>
                    <a:pt x="6772" y="6905"/>
                    <a:pt x="8506" y="6238"/>
                    <a:pt x="9841" y="5104"/>
                  </a:cubicBezTo>
                  <a:lnTo>
                    <a:pt x="9841" y="4470"/>
                  </a:lnTo>
                  <a:cubicBezTo>
                    <a:pt x="9841" y="2535"/>
                    <a:pt x="8740" y="834"/>
                    <a:pt x="7005" y="0"/>
                  </a:cubicBezTo>
                  <a:cubicBezTo>
                    <a:pt x="6355" y="300"/>
                    <a:pt x="5638" y="450"/>
                    <a:pt x="4916" y="450"/>
                  </a:cubicBezTo>
                  <a:cubicBezTo>
                    <a:pt x="4195" y="450"/>
                    <a:pt x="3469" y="300"/>
                    <a:pt x="2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3" name="Google Shape;1453;g397bc2731b5_2_100"/>
          <p:cNvSpPr txBox="1"/>
          <p:nvPr>
            <p:ph type="title"/>
          </p:nvPr>
        </p:nvSpPr>
        <p:spPr>
          <a:xfrm>
            <a:off x="672625" y="390475"/>
            <a:ext cx="5760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000"/>
              <a:t>Convolutional NN</a:t>
            </a:r>
            <a:endParaRPr sz="4000"/>
          </a:p>
        </p:txBody>
      </p:sp>
      <p:grpSp>
        <p:nvGrpSpPr>
          <p:cNvPr id="1454" name="Google Shape;1454;g397bc2731b5_2_100"/>
          <p:cNvGrpSpPr/>
          <p:nvPr/>
        </p:nvGrpSpPr>
        <p:grpSpPr>
          <a:xfrm flipH="1">
            <a:off x="8524556" y="112193"/>
            <a:ext cx="528715" cy="398947"/>
            <a:chOff x="1006620" y="1265774"/>
            <a:chExt cx="499872" cy="393361"/>
          </a:xfrm>
        </p:grpSpPr>
        <p:sp>
          <p:nvSpPr>
            <p:cNvPr id="1455" name="Google Shape;1455;g397bc2731b5_2_100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g397bc2731b5_2_100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g397bc2731b5_2_100"/>
          <p:cNvGrpSpPr/>
          <p:nvPr/>
        </p:nvGrpSpPr>
        <p:grpSpPr>
          <a:xfrm>
            <a:off x="7466880" y="1008358"/>
            <a:ext cx="528715" cy="398947"/>
            <a:chOff x="1006620" y="1265774"/>
            <a:chExt cx="499872" cy="393361"/>
          </a:xfrm>
        </p:grpSpPr>
        <p:sp>
          <p:nvSpPr>
            <p:cNvPr id="1458" name="Google Shape;1458;g397bc2731b5_2_100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g397bc2731b5_2_100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6350" lIns="46350" spcFirstLastPara="1" rIns="46350" wrap="square" tIns="4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r>
                <a:t/>
              </a:r>
              <a:endParaRPr b="0" i="0" sz="7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60" name="Google Shape;1460;g397bc2731b5_2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872" y="2208350"/>
            <a:ext cx="4193479" cy="25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g397bc2731b5_2_100"/>
          <p:cNvSpPr txBox="1"/>
          <p:nvPr/>
        </p:nvSpPr>
        <p:spPr>
          <a:xfrm>
            <a:off x="336425" y="1035175"/>
            <a:ext cx="6961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Created a simple CNN from scratch, which lets us see if there is 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substantial improvement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from adding 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complexity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from a 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 trained</a:t>
            </a: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models like DINOv2. 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Test MSE: </a:t>
            </a:r>
            <a:r>
              <a:rPr b="1"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287.43</a:t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462" name="Google Shape;1462;g397bc2731b5_2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375" y="2131738"/>
            <a:ext cx="4533224" cy="257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97bc2731b5_2_189"/>
          <p:cNvSpPr txBox="1"/>
          <p:nvPr>
            <p:ph type="title"/>
          </p:nvPr>
        </p:nvSpPr>
        <p:spPr>
          <a:xfrm>
            <a:off x="720000" y="128825"/>
            <a:ext cx="77040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Dino V2: Base</a:t>
            </a:r>
            <a:endParaRPr/>
          </a:p>
        </p:txBody>
      </p:sp>
      <p:sp>
        <p:nvSpPr>
          <p:cNvPr id="1468" name="Google Shape;1468;g397bc2731b5_2_189"/>
          <p:cNvSpPr/>
          <p:nvPr/>
        </p:nvSpPr>
        <p:spPr>
          <a:xfrm>
            <a:off x="353675" y="897550"/>
            <a:ext cx="2674200" cy="6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What is DinoV2</a:t>
            </a:r>
            <a:endParaRPr b="1" sz="2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69" name="Google Shape;1469;g397bc2731b5_2_189"/>
          <p:cNvSpPr/>
          <p:nvPr/>
        </p:nvSpPr>
        <p:spPr>
          <a:xfrm>
            <a:off x="3176588" y="897550"/>
            <a:ext cx="2670000" cy="6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How it was trained</a:t>
            </a:r>
            <a:endParaRPr b="1" i="0" sz="22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70" name="Google Shape;1470;g397bc2731b5_2_189"/>
          <p:cNvSpPr/>
          <p:nvPr/>
        </p:nvSpPr>
        <p:spPr>
          <a:xfrm>
            <a:off x="5995327" y="897550"/>
            <a:ext cx="2670000" cy="6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Why we choose it </a:t>
            </a:r>
            <a:endParaRPr b="1" i="0" sz="22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71" name="Google Shape;1471;g397bc2731b5_2_189"/>
          <p:cNvSpPr txBox="1"/>
          <p:nvPr/>
        </p:nvSpPr>
        <p:spPr>
          <a:xfrm>
            <a:off x="361950" y="897650"/>
            <a:ext cx="2670000" cy="3760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Pretrained vision model by Meta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Turns images into numerical feature vectors (embeddings)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Trained to understand shapes, body structure, and visual patterns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Works as a feature extractor (not a final predictor)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72" name="Google Shape;1472;g397bc2731b5_2_189"/>
          <p:cNvSpPr txBox="1"/>
          <p:nvPr/>
        </p:nvSpPr>
        <p:spPr>
          <a:xfrm>
            <a:off x="3176600" y="897550"/>
            <a:ext cx="2670000" cy="3760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Uses self-supervised learning 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Trained on millions of images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Learns by comparing different views of the same image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Forces model to learn consistent visual representations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73" name="Google Shape;1473;g397bc2731b5_2_189"/>
          <p:cNvSpPr txBox="1"/>
          <p:nvPr/>
        </p:nvSpPr>
        <p:spPr>
          <a:xfrm>
            <a:off x="5991250" y="897650"/>
            <a:ext cx="2674200" cy="3760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We don’t have a huge labeled dataset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DINOv2 already understands human body proportions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Gives strong features → better predictions than CNN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Easy to add a regression head for height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97bc2731b5_2_164"/>
          <p:cNvSpPr txBox="1"/>
          <p:nvPr>
            <p:ph type="title"/>
          </p:nvPr>
        </p:nvSpPr>
        <p:spPr>
          <a:xfrm flipH="1">
            <a:off x="2565775" y="1105203"/>
            <a:ext cx="6420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DinoV2: Fine-tuned </a:t>
            </a:r>
            <a:endParaRPr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1479" name="Google Shape;1479;g397bc2731b5_2_164"/>
          <p:cNvGrpSpPr/>
          <p:nvPr/>
        </p:nvGrpSpPr>
        <p:grpSpPr>
          <a:xfrm flipH="1">
            <a:off x="156773" y="144444"/>
            <a:ext cx="905868" cy="712809"/>
            <a:chOff x="1006620" y="1265774"/>
            <a:chExt cx="499872" cy="393361"/>
          </a:xfrm>
        </p:grpSpPr>
        <p:sp>
          <p:nvSpPr>
            <p:cNvPr id="1480" name="Google Shape;1480;g397bc2731b5_2_164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97bc2731b5_2_164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2" name="Google Shape;1482;g397bc2731b5_2_164"/>
          <p:cNvGrpSpPr/>
          <p:nvPr/>
        </p:nvGrpSpPr>
        <p:grpSpPr>
          <a:xfrm>
            <a:off x="1149664" y="681000"/>
            <a:ext cx="905868" cy="712809"/>
            <a:chOff x="1006620" y="1265774"/>
            <a:chExt cx="499872" cy="393361"/>
          </a:xfrm>
        </p:grpSpPr>
        <p:sp>
          <p:nvSpPr>
            <p:cNvPr id="1483" name="Google Shape;1483;g397bc2731b5_2_164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397bc2731b5_2_164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5" name="Google Shape;1485;g397bc2731b5_2_164"/>
          <p:cNvSpPr txBox="1"/>
          <p:nvPr/>
        </p:nvSpPr>
        <p:spPr>
          <a:xfrm>
            <a:off x="313625" y="1560925"/>
            <a:ext cx="47052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Once we had the regression head, we unfrose the DinoV2 weights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Trained for 5 epochs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3 epochs had the lowest Validation MSE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Test MSE (3 epochs fine-tuning): </a:t>
            </a:r>
            <a:r>
              <a:rPr b="1"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134.64</a:t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486" name="Google Shape;1486;g397bc2731b5_2_164"/>
          <p:cNvPicPr preferRelativeResize="0"/>
          <p:nvPr/>
        </p:nvPicPr>
        <p:blipFill rotWithShape="1">
          <a:blip r:embed="rId3">
            <a:alphaModFix/>
          </a:blip>
          <a:srcRect b="0" l="9382" r="18170" t="0"/>
          <a:stretch/>
        </p:blipFill>
        <p:spPr>
          <a:xfrm>
            <a:off x="5189100" y="1634750"/>
            <a:ext cx="3797576" cy="2837058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97bece1b33_1_3"/>
          <p:cNvSpPr txBox="1"/>
          <p:nvPr>
            <p:ph type="title"/>
          </p:nvPr>
        </p:nvSpPr>
        <p:spPr>
          <a:xfrm flipH="1">
            <a:off x="2565775" y="1105203"/>
            <a:ext cx="6420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DinoV2: Fine-tuned +Data Augmentation</a:t>
            </a:r>
            <a:endParaRPr/>
          </a:p>
        </p:txBody>
      </p:sp>
      <p:grpSp>
        <p:nvGrpSpPr>
          <p:cNvPr id="1492" name="Google Shape;1492;g397bece1b33_1_3"/>
          <p:cNvGrpSpPr/>
          <p:nvPr/>
        </p:nvGrpSpPr>
        <p:grpSpPr>
          <a:xfrm flipH="1">
            <a:off x="156773" y="144444"/>
            <a:ext cx="905868" cy="712809"/>
            <a:chOff x="1006620" y="1265774"/>
            <a:chExt cx="499872" cy="393361"/>
          </a:xfrm>
        </p:grpSpPr>
        <p:sp>
          <p:nvSpPr>
            <p:cNvPr id="1493" name="Google Shape;1493;g397bece1b33_1_3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397bece1b33_1_3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5" name="Google Shape;1495;g397bece1b33_1_3"/>
          <p:cNvGrpSpPr/>
          <p:nvPr/>
        </p:nvGrpSpPr>
        <p:grpSpPr>
          <a:xfrm>
            <a:off x="1149664" y="681000"/>
            <a:ext cx="905868" cy="712809"/>
            <a:chOff x="1006620" y="1265774"/>
            <a:chExt cx="499872" cy="393361"/>
          </a:xfrm>
        </p:grpSpPr>
        <p:sp>
          <p:nvSpPr>
            <p:cNvPr id="1496" name="Google Shape;1496;g397bece1b33_1_3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397bece1b33_1_3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8" name="Google Shape;1498;g397bece1b33_1_3"/>
          <p:cNvSpPr txBox="1"/>
          <p:nvPr/>
        </p:nvSpPr>
        <p:spPr>
          <a:xfrm>
            <a:off x="336050" y="1696325"/>
            <a:ext cx="47052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Not all images are full body images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How do we account for someone half hidden (behind a counter, mirror selfie, etc.)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Blacked out portions of the image from the bottom half down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Test MSE: </a:t>
            </a:r>
            <a:r>
              <a:rPr b="1"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127.84</a:t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499" name="Google Shape;1499;g397bece1b33_1_3"/>
          <p:cNvPicPr preferRelativeResize="0"/>
          <p:nvPr/>
        </p:nvPicPr>
        <p:blipFill rotWithShape="1">
          <a:blip r:embed="rId3">
            <a:alphaModFix/>
          </a:blip>
          <a:srcRect b="0" l="12270" r="3746" t="0"/>
          <a:stretch/>
        </p:blipFill>
        <p:spPr>
          <a:xfrm>
            <a:off x="6853700" y="2051125"/>
            <a:ext cx="1670675" cy="2581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0" name="Google Shape;1500;g397bece1b33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61825" y="2052463"/>
            <a:ext cx="1670675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g397bece1b33_1_3"/>
          <p:cNvSpPr/>
          <p:nvPr/>
        </p:nvSpPr>
        <p:spPr>
          <a:xfrm>
            <a:off x="4861825" y="3312775"/>
            <a:ext cx="1184400" cy="1318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02" name="Google Shape;1502;g397bece1b33_1_3"/>
          <p:cNvSpPr/>
          <p:nvPr/>
        </p:nvSpPr>
        <p:spPr>
          <a:xfrm>
            <a:off x="7094025" y="3362325"/>
            <a:ext cx="1253700" cy="1154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7"/>
          <p:cNvSpPr txBox="1"/>
          <p:nvPr>
            <p:ph type="title"/>
          </p:nvPr>
        </p:nvSpPr>
        <p:spPr>
          <a:xfrm>
            <a:off x="712700" y="327225"/>
            <a:ext cx="77187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Final Performance</a:t>
            </a:r>
            <a:endParaRPr/>
          </a:p>
        </p:txBody>
      </p:sp>
      <p:pic>
        <p:nvPicPr>
          <p:cNvPr id="1508" name="Google Shape;150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362" y="982025"/>
            <a:ext cx="5899276" cy="399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97bece1b33_1_35"/>
          <p:cNvSpPr txBox="1"/>
          <p:nvPr>
            <p:ph type="title"/>
          </p:nvPr>
        </p:nvSpPr>
        <p:spPr>
          <a:xfrm flipH="1">
            <a:off x="388200" y="327800"/>
            <a:ext cx="83676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Case Study: S. Maurer</a:t>
            </a:r>
            <a:endParaRPr/>
          </a:p>
        </p:txBody>
      </p:sp>
      <p:pic>
        <p:nvPicPr>
          <p:cNvPr id="1514" name="Google Shape;1514;g397bece1b33_1_35"/>
          <p:cNvPicPr preferRelativeResize="0"/>
          <p:nvPr/>
        </p:nvPicPr>
        <p:blipFill rotWithShape="1">
          <a:blip r:embed="rId3">
            <a:alphaModFix/>
          </a:blip>
          <a:srcRect b="0" l="0" r="9600" t="0"/>
          <a:stretch/>
        </p:blipFill>
        <p:spPr>
          <a:xfrm>
            <a:off x="5885649" y="1302500"/>
            <a:ext cx="2952025" cy="353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g397bece1b33_1_35"/>
          <p:cNvSpPr txBox="1"/>
          <p:nvPr/>
        </p:nvSpPr>
        <p:spPr>
          <a:xfrm>
            <a:off x="388200" y="1366550"/>
            <a:ext cx="407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16" name="Google Shape;1516;g397bece1b33_1_35"/>
          <p:cNvSpPr txBox="1"/>
          <p:nvPr/>
        </p:nvSpPr>
        <p:spPr>
          <a:xfrm>
            <a:off x="336050" y="1696325"/>
            <a:ext cx="47052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Angelo’s Boyfriend (Met on Hinge)</a:t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Drivers Liscence Height: </a:t>
            </a:r>
            <a:r>
              <a:rPr b="1"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180.34cm (5’11’’)</a:t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"/>
              <a:buChar char="●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Actual Height: </a:t>
            </a:r>
            <a:r>
              <a:rPr b="1"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177.8cm (5’10’’)</a:t>
            </a:r>
            <a:endParaRPr b="1"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97bc2731b5_2_205"/>
          <p:cNvSpPr txBox="1"/>
          <p:nvPr>
            <p:ph type="ctrTitle"/>
          </p:nvPr>
        </p:nvSpPr>
        <p:spPr>
          <a:xfrm>
            <a:off x="729950" y="1500338"/>
            <a:ext cx="41355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000"/>
              <a:t>Thank You</a:t>
            </a:r>
            <a:endParaRPr sz="6000"/>
          </a:p>
        </p:txBody>
      </p:sp>
      <p:grpSp>
        <p:nvGrpSpPr>
          <p:cNvPr id="1522" name="Google Shape;1522;g397bc2731b5_2_205"/>
          <p:cNvGrpSpPr/>
          <p:nvPr/>
        </p:nvGrpSpPr>
        <p:grpSpPr>
          <a:xfrm>
            <a:off x="5443414" y="4292401"/>
            <a:ext cx="1638936" cy="341950"/>
            <a:chOff x="2439450" y="3964075"/>
            <a:chExt cx="1723200" cy="341950"/>
          </a:xfrm>
        </p:grpSpPr>
        <p:sp>
          <p:nvSpPr>
            <p:cNvPr id="1523" name="Google Shape;1523;g397bc2731b5_2_205"/>
            <p:cNvSpPr/>
            <p:nvPr/>
          </p:nvSpPr>
          <p:spPr>
            <a:xfrm>
              <a:off x="2439450" y="396407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g397bc2731b5_2_205"/>
            <p:cNvSpPr/>
            <p:nvPr/>
          </p:nvSpPr>
          <p:spPr>
            <a:xfrm>
              <a:off x="2771850" y="411852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g397bc2731b5_2_205"/>
          <p:cNvGrpSpPr/>
          <p:nvPr/>
        </p:nvGrpSpPr>
        <p:grpSpPr>
          <a:xfrm flipH="1">
            <a:off x="5630988" y="1682196"/>
            <a:ext cx="1026519" cy="2829138"/>
            <a:chOff x="971733" y="1607890"/>
            <a:chExt cx="1079297" cy="3026463"/>
          </a:xfrm>
        </p:grpSpPr>
        <p:sp>
          <p:nvSpPr>
            <p:cNvPr id="1526" name="Google Shape;1526;g397bc2731b5_2_205"/>
            <p:cNvSpPr/>
            <p:nvPr/>
          </p:nvSpPr>
          <p:spPr>
            <a:xfrm>
              <a:off x="997920" y="2087660"/>
              <a:ext cx="219814" cy="255366"/>
            </a:xfrm>
            <a:custGeom>
              <a:rect b="b" l="l" r="r" t="t"/>
              <a:pathLst>
                <a:path extrusionOk="0" h="9108" w="7840">
                  <a:moveTo>
                    <a:pt x="1" y="1"/>
                  </a:moveTo>
                  <a:lnTo>
                    <a:pt x="3570" y="9107"/>
                  </a:lnTo>
                  <a:lnTo>
                    <a:pt x="7840" y="9107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g397bc2731b5_2_205"/>
            <p:cNvSpPr/>
            <p:nvPr/>
          </p:nvSpPr>
          <p:spPr>
            <a:xfrm>
              <a:off x="997920" y="2074566"/>
              <a:ext cx="137524" cy="13122"/>
            </a:xfrm>
            <a:custGeom>
              <a:rect b="b" l="l" r="r" t="t"/>
              <a:pathLst>
                <a:path extrusionOk="0" h="468" w="4905">
                  <a:moveTo>
                    <a:pt x="568" y="1"/>
                  </a:moveTo>
                  <a:lnTo>
                    <a:pt x="1" y="468"/>
                  </a:lnTo>
                  <a:lnTo>
                    <a:pt x="4270" y="468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g397bc2731b5_2_205"/>
            <p:cNvSpPr/>
            <p:nvPr/>
          </p:nvSpPr>
          <p:spPr>
            <a:xfrm>
              <a:off x="1117639" y="2074566"/>
              <a:ext cx="112262" cy="268459"/>
            </a:xfrm>
            <a:custGeom>
              <a:rect b="b" l="l" r="r" t="t"/>
              <a:pathLst>
                <a:path extrusionOk="0" h="9575" w="4004">
                  <a:moveTo>
                    <a:pt x="634" y="1"/>
                  </a:moveTo>
                  <a:lnTo>
                    <a:pt x="0" y="468"/>
                  </a:lnTo>
                  <a:lnTo>
                    <a:pt x="3570" y="9574"/>
                  </a:lnTo>
                  <a:lnTo>
                    <a:pt x="4003" y="8840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g397bc2731b5_2_205"/>
            <p:cNvSpPr/>
            <p:nvPr/>
          </p:nvSpPr>
          <p:spPr>
            <a:xfrm>
              <a:off x="994191" y="2007249"/>
              <a:ext cx="622909" cy="714395"/>
            </a:xfrm>
            <a:custGeom>
              <a:rect b="b" l="l" r="r" t="t"/>
              <a:pathLst>
                <a:path extrusionOk="0" h="25480" w="22217">
                  <a:moveTo>
                    <a:pt x="22216" y="0"/>
                  </a:moveTo>
                  <a:cubicBezTo>
                    <a:pt x="22216" y="0"/>
                    <a:pt x="18447" y="967"/>
                    <a:pt x="17079" y="2635"/>
                  </a:cubicBezTo>
                  <a:cubicBezTo>
                    <a:pt x="15711" y="4303"/>
                    <a:pt x="9874" y="18213"/>
                    <a:pt x="9874" y="18213"/>
                  </a:cubicBezTo>
                  <a:lnTo>
                    <a:pt x="3503" y="11975"/>
                  </a:lnTo>
                  <a:cubicBezTo>
                    <a:pt x="3503" y="11975"/>
                    <a:pt x="3903" y="10241"/>
                    <a:pt x="3236" y="9407"/>
                  </a:cubicBezTo>
                  <a:cubicBezTo>
                    <a:pt x="3236" y="9407"/>
                    <a:pt x="4170" y="9207"/>
                    <a:pt x="4837" y="8906"/>
                  </a:cubicBezTo>
                  <a:cubicBezTo>
                    <a:pt x="5237" y="8740"/>
                    <a:pt x="5571" y="8506"/>
                    <a:pt x="5504" y="8273"/>
                  </a:cubicBezTo>
                  <a:cubicBezTo>
                    <a:pt x="5404" y="7639"/>
                    <a:pt x="5104" y="6038"/>
                    <a:pt x="4503" y="5838"/>
                  </a:cubicBezTo>
                  <a:cubicBezTo>
                    <a:pt x="4086" y="5722"/>
                    <a:pt x="2913" y="5558"/>
                    <a:pt x="2123" y="5558"/>
                  </a:cubicBezTo>
                  <a:cubicBezTo>
                    <a:pt x="1776" y="5558"/>
                    <a:pt x="1503" y="5589"/>
                    <a:pt x="1401" y="5671"/>
                  </a:cubicBezTo>
                  <a:cubicBezTo>
                    <a:pt x="1068" y="5938"/>
                    <a:pt x="134" y="7605"/>
                    <a:pt x="67" y="8539"/>
                  </a:cubicBezTo>
                  <a:cubicBezTo>
                    <a:pt x="0" y="9473"/>
                    <a:pt x="934" y="12909"/>
                    <a:pt x="3536" y="17479"/>
                  </a:cubicBezTo>
                  <a:cubicBezTo>
                    <a:pt x="5233" y="20448"/>
                    <a:pt x="7073" y="25479"/>
                    <a:pt x="10480" y="25479"/>
                  </a:cubicBezTo>
                  <a:cubicBezTo>
                    <a:pt x="11092" y="25479"/>
                    <a:pt x="11755" y="25317"/>
                    <a:pt x="12476" y="24951"/>
                  </a:cubicBezTo>
                  <a:cubicBezTo>
                    <a:pt x="13710" y="24051"/>
                    <a:pt x="19114" y="14377"/>
                    <a:pt x="19114" y="14377"/>
                  </a:cubicBezTo>
                  <a:lnTo>
                    <a:pt x="22216" y="0"/>
                  </a:ln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g397bc2731b5_2_205"/>
            <p:cNvSpPr/>
            <p:nvPr/>
          </p:nvSpPr>
          <p:spPr>
            <a:xfrm>
              <a:off x="1054050" y="2256947"/>
              <a:ext cx="75785" cy="86075"/>
            </a:xfrm>
            <a:custGeom>
              <a:rect b="b" l="l" r="r" t="t"/>
              <a:pathLst>
                <a:path extrusionOk="0" h="3070" w="2703">
                  <a:moveTo>
                    <a:pt x="2702" y="0"/>
                  </a:moveTo>
                  <a:cubicBezTo>
                    <a:pt x="1968" y="0"/>
                    <a:pt x="534" y="0"/>
                    <a:pt x="300" y="134"/>
                  </a:cubicBezTo>
                  <a:cubicBezTo>
                    <a:pt x="0" y="301"/>
                    <a:pt x="934" y="768"/>
                    <a:pt x="1001" y="1535"/>
                  </a:cubicBezTo>
                  <a:cubicBezTo>
                    <a:pt x="1034" y="2302"/>
                    <a:pt x="1368" y="3069"/>
                    <a:pt x="1368" y="3069"/>
                  </a:cubicBezTo>
                  <a:cubicBezTo>
                    <a:pt x="1368" y="3069"/>
                    <a:pt x="1768" y="1335"/>
                    <a:pt x="1101" y="501"/>
                  </a:cubicBezTo>
                  <a:cubicBezTo>
                    <a:pt x="1101" y="501"/>
                    <a:pt x="2035" y="301"/>
                    <a:pt x="2702" y="0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g397bc2731b5_2_205"/>
            <p:cNvSpPr/>
            <p:nvPr/>
          </p:nvSpPr>
          <p:spPr>
            <a:xfrm>
              <a:off x="1094256" y="2101903"/>
              <a:ext cx="17804" cy="17383"/>
            </a:xfrm>
            <a:custGeom>
              <a:rect b="b" l="l" r="r" t="t"/>
              <a:pathLst>
                <a:path extrusionOk="0" h="620" w="635">
                  <a:moveTo>
                    <a:pt x="276" y="1"/>
                  </a:moveTo>
                  <a:cubicBezTo>
                    <a:pt x="238" y="1"/>
                    <a:pt x="202" y="9"/>
                    <a:pt x="167" y="26"/>
                  </a:cubicBezTo>
                  <a:cubicBezTo>
                    <a:pt x="34" y="93"/>
                    <a:pt x="0" y="293"/>
                    <a:pt x="67" y="427"/>
                  </a:cubicBezTo>
                  <a:cubicBezTo>
                    <a:pt x="141" y="550"/>
                    <a:pt x="252" y="619"/>
                    <a:pt x="359" y="619"/>
                  </a:cubicBezTo>
                  <a:cubicBezTo>
                    <a:pt x="396" y="619"/>
                    <a:pt x="433" y="611"/>
                    <a:pt x="467" y="594"/>
                  </a:cubicBezTo>
                  <a:cubicBezTo>
                    <a:pt x="601" y="527"/>
                    <a:pt x="634" y="360"/>
                    <a:pt x="568" y="193"/>
                  </a:cubicBezTo>
                  <a:cubicBezTo>
                    <a:pt x="493" y="70"/>
                    <a:pt x="382" y="1"/>
                    <a:pt x="27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g397bc2731b5_2_205"/>
            <p:cNvSpPr/>
            <p:nvPr/>
          </p:nvSpPr>
          <p:spPr>
            <a:xfrm>
              <a:off x="1096134" y="2104174"/>
              <a:ext cx="14047" cy="13262"/>
            </a:xfrm>
            <a:custGeom>
              <a:rect b="b" l="l" r="r" t="t"/>
              <a:pathLst>
                <a:path extrusionOk="0" h="473" w="501">
                  <a:moveTo>
                    <a:pt x="209" y="0"/>
                  </a:moveTo>
                  <a:cubicBezTo>
                    <a:pt x="183" y="0"/>
                    <a:pt x="157" y="4"/>
                    <a:pt x="134" y="12"/>
                  </a:cubicBezTo>
                  <a:cubicBezTo>
                    <a:pt x="34" y="79"/>
                    <a:pt x="0" y="212"/>
                    <a:pt x="67" y="312"/>
                  </a:cubicBezTo>
                  <a:cubicBezTo>
                    <a:pt x="116" y="410"/>
                    <a:pt x="200" y="472"/>
                    <a:pt x="281" y="472"/>
                  </a:cubicBezTo>
                  <a:cubicBezTo>
                    <a:pt x="311" y="472"/>
                    <a:pt x="340" y="464"/>
                    <a:pt x="367" y="446"/>
                  </a:cubicBezTo>
                  <a:cubicBezTo>
                    <a:pt x="467" y="379"/>
                    <a:pt x="501" y="246"/>
                    <a:pt x="434" y="146"/>
                  </a:cubicBezTo>
                  <a:cubicBezTo>
                    <a:pt x="383" y="44"/>
                    <a:pt x="293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g397bc2731b5_2_205"/>
            <p:cNvSpPr/>
            <p:nvPr/>
          </p:nvSpPr>
          <p:spPr>
            <a:xfrm>
              <a:off x="1084891" y="2024072"/>
              <a:ext cx="522843" cy="750087"/>
            </a:xfrm>
            <a:custGeom>
              <a:rect b="b" l="l" r="r" t="t"/>
              <a:pathLst>
                <a:path extrusionOk="0" h="26753" w="18648">
                  <a:moveTo>
                    <a:pt x="9241" y="24351"/>
                  </a:moveTo>
                  <a:cubicBezTo>
                    <a:pt x="10475" y="23451"/>
                    <a:pt x="15879" y="13777"/>
                    <a:pt x="15879" y="13777"/>
                  </a:cubicBezTo>
                  <a:lnTo>
                    <a:pt x="18648" y="901"/>
                  </a:lnTo>
                  <a:lnTo>
                    <a:pt x="17180" y="0"/>
                  </a:lnTo>
                  <a:cubicBezTo>
                    <a:pt x="16012" y="434"/>
                    <a:pt x="14578" y="1135"/>
                    <a:pt x="13844" y="2035"/>
                  </a:cubicBezTo>
                  <a:cubicBezTo>
                    <a:pt x="12476" y="3703"/>
                    <a:pt x="6639" y="17646"/>
                    <a:pt x="6639" y="17646"/>
                  </a:cubicBezTo>
                  <a:lnTo>
                    <a:pt x="2970" y="14011"/>
                  </a:lnTo>
                  <a:lnTo>
                    <a:pt x="1" y="16346"/>
                  </a:lnTo>
                  <a:cubicBezTo>
                    <a:pt x="101" y="16546"/>
                    <a:pt x="201" y="16712"/>
                    <a:pt x="301" y="16879"/>
                  </a:cubicBezTo>
                  <a:cubicBezTo>
                    <a:pt x="2303" y="20382"/>
                    <a:pt x="4504" y="26753"/>
                    <a:pt x="9241" y="243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g397bc2731b5_2_205"/>
            <p:cNvSpPr/>
            <p:nvPr/>
          </p:nvSpPr>
          <p:spPr>
            <a:xfrm>
              <a:off x="1337422" y="3096798"/>
              <a:ext cx="471394" cy="1395791"/>
            </a:xfrm>
            <a:custGeom>
              <a:rect b="b" l="l" r="r" t="t"/>
              <a:pathLst>
                <a:path extrusionOk="0" h="49783" w="16813">
                  <a:moveTo>
                    <a:pt x="3236" y="0"/>
                  </a:moveTo>
                  <a:cubicBezTo>
                    <a:pt x="2369" y="3770"/>
                    <a:pt x="0" y="14944"/>
                    <a:pt x="701" y="22950"/>
                  </a:cubicBezTo>
                  <a:cubicBezTo>
                    <a:pt x="1001" y="26419"/>
                    <a:pt x="2035" y="30956"/>
                    <a:pt x="3269" y="35325"/>
                  </a:cubicBezTo>
                  <a:cubicBezTo>
                    <a:pt x="5004" y="41463"/>
                    <a:pt x="7105" y="47334"/>
                    <a:pt x="7939" y="49636"/>
                  </a:cubicBezTo>
                  <a:cubicBezTo>
                    <a:pt x="8672" y="49740"/>
                    <a:pt x="9333" y="49783"/>
                    <a:pt x="9923" y="49783"/>
                  </a:cubicBezTo>
                  <a:cubicBezTo>
                    <a:pt x="11780" y="49783"/>
                    <a:pt x="12945" y="49363"/>
                    <a:pt x="13477" y="49135"/>
                  </a:cubicBezTo>
                  <a:cubicBezTo>
                    <a:pt x="9240" y="23050"/>
                    <a:pt x="8306" y="23817"/>
                    <a:pt x="13010" y="14144"/>
                  </a:cubicBezTo>
                  <a:cubicBezTo>
                    <a:pt x="15912" y="8173"/>
                    <a:pt x="16646" y="3936"/>
                    <a:pt x="16812" y="1935"/>
                  </a:cubicBezTo>
                  <a:cubicBezTo>
                    <a:pt x="10074" y="1635"/>
                    <a:pt x="5404" y="601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g397bc2731b5_2_205"/>
            <p:cNvSpPr/>
            <p:nvPr/>
          </p:nvSpPr>
          <p:spPr>
            <a:xfrm>
              <a:off x="1347712" y="1971698"/>
              <a:ext cx="611666" cy="1180323"/>
            </a:xfrm>
            <a:custGeom>
              <a:rect b="b" l="l" r="r" t="t"/>
              <a:pathLst>
                <a:path extrusionOk="0" h="42098" w="21816">
                  <a:moveTo>
                    <a:pt x="17012" y="42097"/>
                  </a:moveTo>
                  <a:cubicBezTo>
                    <a:pt x="16812" y="42097"/>
                    <a:pt x="16612" y="42064"/>
                    <a:pt x="16445" y="42064"/>
                  </a:cubicBezTo>
                  <a:cubicBezTo>
                    <a:pt x="13243" y="41897"/>
                    <a:pt x="10508" y="41597"/>
                    <a:pt x="8273" y="41263"/>
                  </a:cubicBezTo>
                  <a:cubicBezTo>
                    <a:pt x="5838" y="40863"/>
                    <a:pt x="4003" y="40429"/>
                    <a:pt x="2869" y="40096"/>
                  </a:cubicBezTo>
                  <a:cubicBezTo>
                    <a:pt x="1935" y="39862"/>
                    <a:pt x="1468" y="39662"/>
                    <a:pt x="1468" y="39662"/>
                  </a:cubicBezTo>
                  <a:cubicBezTo>
                    <a:pt x="1468" y="39662"/>
                    <a:pt x="0" y="9908"/>
                    <a:pt x="6638" y="2802"/>
                  </a:cubicBezTo>
                  <a:cubicBezTo>
                    <a:pt x="9107" y="3003"/>
                    <a:pt x="10975" y="2135"/>
                    <a:pt x="12209" y="0"/>
                  </a:cubicBezTo>
                  <a:cubicBezTo>
                    <a:pt x="12209" y="0"/>
                    <a:pt x="15478" y="2235"/>
                    <a:pt x="16445" y="2802"/>
                  </a:cubicBezTo>
                  <a:cubicBezTo>
                    <a:pt x="16746" y="3003"/>
                    <a:pt x="17680" y="5171"/>
                    <a:pt x="18547" y="8707"/>
                  </a:cubicBezTo>
                  <a:cubicBezTo>
                    <a:pt x="20315" y="15979"/>
                    <a:pt x="21816" y="28988"/>
                    <a:pt x="17012" y="420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g397bc2731b5_2_205"/>
            <p:cNvSpPr/>
            <p:nvPr/>
          </p:nvSpPr>
          <p:spPr>
            <a:xfrm>
              <a:off x="1575011" y="2172780"/>
              <a:ext cx="379740" cy="979238"/>
            </a:xfrm>
            <a:custGeom>
              <a:rect b="b" l="l" r="r" t="t"/>
              <a:pathLst>
                <a:path extrusionOk="0" h="34926" w="13544">
                  <a:moveTo>
                    <a:pt x="8840" y="0"/>
                  </a:moveTo>
                  <a:cubicBezTo>
                    <a:pt x="8640" y="67"/>
                    <a:pt x="3370" y="2669"/>
                    <a:pt x="3370" y="2669"/>
                  </a:cubicBezTo>
                  <a:cubicBezTo>
                    <a:pt x="5905" y="7372"/>
                    <a:pt x="7473" y="12676"/>
                    <a:pt x="6005" y="19915"/>
                  </a:cubicBezTo>
                  <a:cubicBezTo>
                    <a:pt x="5438" y="22683"/>
                    <a:pt x="2202" y="29255"/>
                    <a:pt x="1" y="34091"/>
                  </a:cubicBezTo>
                  <a:cubicBezTo>
                    <a:pt x="2236" y="34425"/>
                    <a:pt x="4971" y="34725"/>
                    <a:pt x="8173" y="34892"/>
                  </a:cubicBezTo>
                  <a:cubicBezTo>
                    <a:pt x="8340" y="34892"/>
                    <a:pt x="8540" y="34925"/>
                    <a:pt x="8740" y="34925"/>
                  </a:cubicBezTo>
                  <a:cubicBezTo>
                    <a:pt x="13544" y="21816"/>
                    <a:pt x="12043" y="8840"/>
                    <a:pt x="10275" y="1568"/>
                  </a:cubicBezTo>
                  <a:cubicBezTo>
                    <a:pt x="9441" y="567"/>
                    <a:pt x="8907" y="0"/>
                    <a:pt x="8840" y="0"/>
                  </a:cubicBezTo>
                  <a:close/>
                </a:path>
              </a:pathLst>
            </a:custGeom>
            <a:solidFill>
              <a:srgbClr val="000000">
                <a:alpha val="156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g397bc2731b5_2_205"/>
            <p:cNvSpPr/>
            <p:nvPr/>
          </p:nvSpPr>
          <p:spPr>
            <a:xfrm>
              <a:off x="1360805" y="1765290"/>
              <a:ext cx="329216" cy="285814"/>
            </a:xfrm>
            <a:custGeom>
              <a:rect b="b" l="l" r="r" t="t"/>
              <a:pathLst>
                <a:path extrusionOk="0" h="10194" w="11742">
                  <a:moveTo>
                    <a:pt x="2078" y="1"/>
                  </a:moveTo>
                  <a:cubicBezTo>
                    <a:pt x="1756" y="1"/>
                    <a:pt x="1410" y="108"/>
                    <a:pt x="1101" y="191"/>
                  </a:cubicBezTo>
                  <a:cubicBezTo>
                    <a:pt x="767" y="324"/>
                    <a:pt x="401" y="391"/>
                    <a:pt x="67" y="424"/>
                  </a:cubicBezTo>
                  <a:cubicBezTo>
                    <a:pt x="0" y="6662"/>
                    <a:pt x="3236" y="8997"/>
                    <a:pt x="3236" y="8997"/>
                  </a:cubicBezTo>
                  <a:cubicBezTo>
                    <a:pt x="3970" y="8864"/>
                    <a:pt x="4570" y="8630"/>
                    <a:pt x="5104" y="8163"/>
                  </a:cubicBezTo>
                  <a:lnTo>
                    <a:pt x="6171" y="10164"/>
                  </a:lnTo>
                  <a:cubicBezTo>
                    <a:pt x="6407" y="10184"/>
                    <a:pt x="6638" y="10193"/>
                    <a:pt x="6863" y="10193"/>
                  </a:cubicBezTo>
                  <a:cubicBezTo>
                    <a:pt x="8991" y="10193"/>
                    <a:pt x="10626" y="9327"/>
                    <a:pt x="11742" y="7396"/>
                  </a:cubicBezTo>
                  <a:cubicBezTo>
                    <a:pt x="11308" y="7062"/>
                    <a:pt x="11008" y="6529"/>
                    <a:pt x="10808" y="5895"/>
                  </a:cubicBezTo>
                  <a:cubicBezTo>
                    <a:pt x="9007" y="5128"/>
                    <a:pt x="8106" y="2959"/>
                    <a:pt x="7706" y="2092"/>
                  </a:cubicBezTo>
                  <a:lnTo>
                    <a:pt x="7706" y="2059"/>
                  </a:lnTo>
                  <a:cubicBezTo>
                    <a:pt x="7606" y="1859"/>
                    <a:pt x="7506" y="1625"/>
                    <a:pt x="7305" y="1492"/>
                  </a:cubicBezTo>
                  <a:cubicBezTo>
                    <a:pt x="7200" y="1386"/>
                    <a:pt x="7054" y="1321"/>
                    <a:pt x="6911" y="1321"/>
                  </a:cubicBezTo>
                  <a:cubicBezTo>
                    <a:pt x="6828" y="1321"/>
                    <a:pt x="6745" y="1343"/>
                    <a:pt x="6672" y="1392"/>
                  </a:cubicBezTo>
                  <a:cubicBezTo>
                    <a:pt x="6438" y="1525"/>
                    <a:pt x="6371" y="1859"/>
                    <a:pt x="6438" y="2125"/>
                  </a:cubicBezTo>
                  <a:cubicBezTo>
                    <a:pt x="6472" y="2392"/>
                    <a:pt x="6605" y="2659"/>
                    <a:pt x="6572" y="2926"/>
                  </a:cubicBezTo>
                  <a:cubicBezTo>
                    <a:pt x="6543" y="3182"/>
                    <a:pt x="6344" y="3414"/>
                    <a:pt x="6121" y="3414"/>
                  </a:cubicBezTo>
                  <a:cubicBezTo>
                    <a:pt x="6082" y="3414"/>
                    <a:pt x="6043" y="3408"/>
                    <a:pt x="6005" y="3393"/>
                  </a:cubicBezTo>
                  <a:cubicBezTo>
                    <a:pt x="5871" y="3360"/>
                    <a:pt x="5771" y="3226"/>
                    <a:pt x="5704" y="3059"/>
                  </a:cubicBezTo>
                  <a:cubicBezTo>
                    <a:pt x="5471" y="2592"/>
                    <a:pt x="5371" y="1959"/>
                    <a:pt x="4904" y="1692"/>
                  </a:cubicBezTo>
                  <a:cubicBezTo>
                    <a:pt x="4470" y="1392"/>
                    <a:pt x="3870" y="1525"/>
                    <a:pt x="3469" y="1225"/>
                  </a:cubicBezTo>
                  <a:cubicBezTo>
                    <a:pt x="3102" y="958"/>
                    <a:pt x="3002" y="424"/>
                    <a:pt x="2635" y="157"/>
                  </a:cubicBezTo>
                  <a:cubicBezTo>
                    <a:pt x="2469" y="42"/>
                    <a:pt x="2279" y="1"/>
                    <a:pt x="2078" y="1"/>
                  </a:cubicBez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397bc2731b5_2_205"/>
            <p:cNvSpPr/>
            <p:nvPr/>
          </p:nvSpPr>
          <p:spPr>
            <a:xfrm>
              <a:off x="1360805" y="4474399"/>
              <a:ext cx="371329" cy="159954"/>
            </a:xfrm>
            <a:custGeom>
              <a:rect b="b" l="l" r="r" t="t"/>
              <a:pathLst>
                <a:path extrusionOk="0" h="5705" w="13244">
                  <a:moveTo>
                    <a:pt x="7105" y="501"/>
                  </a:moveTo>
                  <a:cubicBezTo>
                    <a:pt x="10141" y="934"/>
                    <a:pt x="11942" y="301"/>
                    <a:pt x="12643" y="0"/>
                  </a:cubicBezTo>
                  <a:cubicBezTo>
                    <a:pt x="12809" y="1001"/>
                    <a:pt x="12976" y="2102"/>
                    <a:pt x="13143" y="3203"/>
                  </a:cubicBezTo>
                  <a:cubicBezTo>
                    <a:pt x="13243" y="3836"/>
                    <a:pt x="12809" y="4404"/>
                    <a:pt x="12176" y="4470"/>
                  </a:cubicBezTo>
                  <a:lnTo>
                    <a:pt x="1068" y="5638"/>
                  </a:lnTo>
                  <a:cubicBezTo>
                    <a:pt x="334" y="5704"/>
                    <a:pt x="0" y="4770"/>
                    <a:pt x="634" y="4404"/>
                  </a:cubicBezTo>
                  <a:lnTo>
                    <a:pt x="7105" y="501"/>
                  </a:lnTo>
                  <a:lnTo>
                    <a:pt x="7105" y="5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397bc2731b5_2_205"/>
            <p:cNvSpPr/>
            <p:nvPr/>
          </p:nvSpPr>
          <p:spPr>
            <a:xfrm>
              <a:off x="1281292" y="1607890"/>
              <a:ext cx="384422" cy="322684"/>
            </a:xfrm>
            <a:custGeom>
              <a:rect b="b" l="l" r="r" t="t"/>
              <a:pathLst>
                <a:path extrusionOk="0" h="11509" w="13711">
                  <a:moveTo>
                    <a:pt x="2903" y="6038"/>
                  </a:moveTo>
                  <a:cubicBezTo>
                    <a:pt x="2603" y="6072"/>
                    <a:pt x="2303" y="6105"/>
                    <a:pt x="2036" y="6105"/>
                  </a:cubicBezTo>
                  <a:cubicBezTo>
                    <a:pt x="1402" y="6138"/>
                    <a:pt x="1035" y="5738"/>
                    <a:pt x="635" y="5271"/>
                  </a:cubicBezTo>
                  <a:cubicBezTo>
                    <a:pt x="435" y="5037"/>
                    <a:pt x="234" y="4804"/>
                    <a:pt x="134" y="4504"/>
                  </a:cubicBezTo>
                  <a:cubicBezTo>
                    <a:pt x="34" y="4237"/>
                    <a:pt x="1" y="3870"/>
                    <a:pt x="201" y="3636"/>
                  </a:cubicBezTo>
                  <a:cubicBezTo>
                    <a:pt x="568" y="3069"/>
                    <a:pt x="1435" y="3236"/>
                    <a:pt x="1902" y="2803"/>
                  </a:cubicBezTo>
                  <a:cubicBezTo>
                    <a:pt x="2303" y="2402"/>
                    <a:pt x="2269" y="1702"/>
                    <a:pt x="2636" y="1301"/>
                  </a:cubicBezTo>
                  <a:cubicBezTo>
                    <a:pt x="3036" y="901"/>
                    <a:pt x="3704" y="935"/>
                    <a:pt x="4271" y="1035"/>
                  </a:cubicBezTo>
                  <a:cubicBezTo>
                    <a:pt x="4838" y="1135"/>
                    <a:pt x="5438" y="1268"/>
                    <a:pt x="5938" y="968"/>
                  </a:cubicBezTo>
                  <a:cubicBezTo>
                    <a:pt x="6105" y="868"/>
                    <a:pt x="6239" y="734"/>
                    <a:pt x="6405" y="601"/>
                  </a:cubicBezTo>
                  <a:cubicBezTo>
                    <a:pt x="7206" y="1"/>
                    <a:pt x="8374" y="267"/>
                    <a:pt x="9174" y="734"/>
                  </a:cubicBezTo>
                  <a:cubicBezTo>
                    <a:pt x="9341" y="334"/>
                    <a:pt x="10242" y="367"/>
                    <a:pt x="10575" y="434"/>
                  </a:cubicBezTo>
                  <a:cubicBezTo>
                    <a:pt x="11042" y="534"/>
                    <a:pt x="11476" y="801"/>
                    <a:pt x="11709" y="1201"/>
                  </a:cubicBezTo>
                  <a:cubicBezTo>
                    <a:pt x="11809" y="1335"/>
                    <a:pt x="11876" y="1535"/>
                    <a:pt x="12009" y="1668"/>
                  </a:cubicBezTo>
                  <a:cubicBezTo>
                    <a:pt x="12343" y="2102"/>
                    <a:pt x="13110" y="2169"/>
                    <a:pt x="13310" y="2702"/>
                  </a:cubicBezTo>
                  <a:cubicBezTo>
                    <a:pt x="13477" y="3169"/>
                    <a:pt x="13010" y="3703"/>
                    <a:pt x="13110" y="4204"/>
                  </a:cubicBezTo>
                  <a:cubicBezTo>
                    <a:pt x="13177" y="4437"/>
                    <a:pt x="13344" y="4637"/>
                    <a:pt x="13444" y="4837"/>
                  </a:cubicBezTo>
                  <a:cubicBezTo>
                    <a:pt x="13711" y="5338"/>
                    <a:pt x="13677" y="5805"/>
                    <a:pt x="13577" y="6338"/>
                  </a:cubicBezTo>
                  <a:cubicBezTo>
                    <a:pt x="13477" y="6805"/>
                    <a:pt x="13477" y="7339"/>
                    <a:pt x="13410" y="7839"/>
                  </a:cubicBezTo>
                  <a:cubicBezTo>
                    <a:pt x="13277" y="9074"/>
                    <a:pt x="13277" y="10308"/>
                    <a:pt x="13644" y="11509"/>
                  </a:cubicBezTo>
                  <a:cubicBezTo>
                    <a:pt x="11843" y="10775"/>
                    <a:pt x="10942" y="8607"/>
                    <a:pt x="10542" y="7706"/>
                  </a:cubicBezTo>
                  <a:cubicBezTo>
                    <a:pt x="10442" y="7473"/>
                    <a:pt x="10342" y="7272"/>
                    <a:pt x="10141" y="7106"/>
                  </a:cubicBezTo>
                  <a:cubicBezTo>
                    <a:pt x="9975" y="6972"/>
                    <a:pt x="9708" y="6905"/>
                    <a:pt x="9508" y="7006"/>
                  </a:cubicBezTo>
                  <a:cubicBezTo>
                    <a:pt x="9274" y="7172"/>
                    <a:pt x="9207" y="7473"/>
                    <a:pt x="9274" y="7773"/>
                  </a:cubicBezTo>
                  <a:cubicBezTo>
                    <a:pt x="9308" y="8040"/>
                    <a:pt x="9441" y="8306"/>
                    <a:pt x="9408" y="8573"/>
                  </a:cubicBezTo>
                  <a:cubicBezTo>
                    <a:pt x="9374" y="8840"/>
                    <a:pt x="9107" y="9107"/>
                    <a:pt x="8841" y="9040"/>
                  </a:cubicBezTo>
                  <a:cubicBezTo>
                    <a:pt x="8707" y="8974"/>
                    <a:pt x="8607" y="8840"/>
                    <a:pt x="8540" y="8707"/>
                  </a:cubicBezTo>
                  <a:cubicBezTo>
                    <a:pt x="8307" y="8206"/>
                    <a:pt x="8207" y="7606"/>
                    <a:pt x="7740" y="7306"/>
                  </a:cubicBezTo>
                  <a:cubicBezTo>
                    <a:pt x="7306" y="7039"/>
                    <a:pt x="6706" y="7172"/>
                    <a:pt x="6305" y="6839"/>
                  </a:cubicBezTo>
                  <a:cubicBezTo>
                    <a:pt x="5938" y="6572"/>
                    <a:pt x="5838" y="6038"/>
                    <a:pt x="5471" y="5805"/>
                  </a:cubicBezTo>
                  <a:cubicBezTo>
                    <a:pt x="5038" y="5504"/>
                    <a:pt x="4437" y="5671"/>
                    <a:pt x="3937" y="5838"/>
                  </a:cubicBezTo>
                  <a:cubicBezTo>
                    <a:pt x="3603" y="5938"/>
                    <a:pt x="3237" y="6005"/>
                    <a:pt x="2903" y="6038"/>
                  </a:cubicBezTo>
                  <a:close/>
                </a:path>
              </a:pathLst>
            </a:custGeom>
            <a:solidFill>
              <a:srgbClr val="FFCC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397bc2731b5_2_205"/>
            <p:cNvSpPr/>
            <p:nvPr/>
          </p:nvSpPr>
          <p:spPr>
            <a:xfrm>
              <a:off x="1170937" y="3083704"/>
              <a:ext cx="259095" cy="1361501"/>
            </a:xfrm>
            <a:custGeom>
              <a:rect b="b" l="l" r="r" t="t"/>
              <a:pathLst>
                <a:path extrusionOk="0" h="48560" w="9241">
                  <a:moveTo>
                    <a:pt x="7773" y="0"/>
                  </a:moveTo>
                  <a:cubicBezTo>
                    <a:pt x="7773" y="0"/>
                    <a:pt x="3870" y="14210"/>
                    <a:pt x="1" y="47701"/>
                  </a:cubicBezTo>
                  <a:cubicBezTo>
                    <a:pt x="1" y="47701"/>
                    <a:pt x="1278" y="48560"/>
                    <a:pt x="3993" y="48560"/>
                  </a:cubicBezTo>
                  <a:cubicBezTo>
                    <a:pt x="4620" y="48560"/>
                    <a:pt x="5323" y="48514"/>
                    <a:pt x="6105" y="48402"/>
                  </a:cubicBezTo>
                  <a:cubicBezTo>
                    <a:pt x="6739" y="45032"/>
                    <a:pt x="7773" y="40262"/>
                    <a:pt x="9241" y="35792"/>
                  </a:cubicBezTo>
                  <a:cubicBezTo>
                    <a:pt x="8006" y="31389"/>
                    <a:pt x="6939" y="26886"/>
                    <a:pt x="6639" y="23384"/>
                  </a:cubicBezTo>
                  <a:cubicBezTo>
                    <a:pt x="5938" y="15411"/>
                    <a:pt x="8307" y="4203"/>
                    <a:pt x="9174" y="467"/>
                  </a:cubicBezTo>
                  <a:cubicBezTo>
                    <a:pt x="8240" y="200"/>
                    <a:pt x="7773" y="0"/>
                    <a:pt x="77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97bc2731b5_2_205"/>
            <p:cNvSpPr/>
            <p:nvPr/>
          </p:nvSpPr>
          <p:spPr>
            <a:xfrm>
              <a:off x="971733" y="4421100"/>
              <a:ext cx="370403" cy="143103"/>
            </a:xfrm>
            <a:custGeom>
              <a:rect b="b" l="l" r="r" t="t"/>
              <a:pathLst>
                <a:path extrusionOk="0" h="5104" w="13211">
                  <a:moveTo>
                    <a:pt x="13210" y="701"/>
                  </a:moveTo>
                  <a:cubicBezTo>
                    <a:pt x="12943" y="2068"/>
                    <a:pt x="12776" y="3169"/>
                    <a:pt x="12643" y="3936"/>
                  </a:cubicBezTo>
                  <a:cubicBezTo>
                    <a:pt x="12543" y="4603"/>
                    <a:pt x="11976" y="5104"/>
                    <a:pt x="11309" y="5104"/>
                  </a:cubicBezTo>
                  <a:lnTo>
                    <a:pt x="1101" y="5104"/>
                  </a:lnTo>
                  <a:cubicBezTo>
                    <a:pt x="301" y="5104"/>
                    <a:pt x="1" y="4003"/>
                    <a:pt x="701" y="3636"/>
                  </a:cubicBezTo>
                  <a:lnTo>
                    <a:pt x="7106" y="0"/>
                  </a:lnTo>
                  <a:cubicBezTo>
                    <a:pt x="7106" y="0"/>
                    <a:pt x="9040" y="1301"/>
                    <a:pt x="13210" y="7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g397bc2731b5_2_205"/>
            <p:cNvSpPr/>
            <p:nvPr/>
          </p:nvSpPr>
          <p:spPr>
            <a:xfrm>
              <a:off x="1592729" y="2017511"/>
              <a:ext cx="458301" cy="1086818"/>
            </a:xfrm>
            <a:custGeom>
              <a:rect b="b" l="l" r="r" t="t"/>
              <a:pathLst>
                <a:path extrusionOk="0" h="38763" w="16346">
                  <a:moveTo>
                    <a:pt x="16212" y="20249"/>
                  </a:moveTo>
                  <a:cubicBezTo>
                    <a:pt x="16346" y="27187"/>
                    <a:pt x="14545" y="33525"/>
                    <a:pt x="6072" y="38762"/>
                  </a:cubicBezTo>
                  <a:cubicBezTo>
                    <a:pt x="4437" y="37828"/>
                    <a:pt x="3637" y="36194"/>
                    <a:pt x="3303" y="35293"/>
                  </a:cubicBezTo>
                  <a:cubicBezTo>
                    <a:pt x="5471" y="32624"/>
                    <a:pt x="7506" y="29455"/>
                    <a:pt x="7906" y="26720"/>
                  </a:cubicBezTo>
                  <a:cubicBezTo>
                    <a:pt x="8674" y="21583"/>
                    <a:pt x="9207" y="18748"/>
                    <a:pt x="4604" y="11576"/>
                  </a:cubicBezTo>
                  <a:cubicBezTo>
                    <a:pt x="1" y="4404"/>
                    <a:pt x="2970" y="1"/>
                    <a:pt x="7706" y="1168"/>
                  </a:cubicBezTo>
                  <a:cubicBezTo>
                    <a:pt x="10542" y="3370"/>
                    <a:pt x="16046" y="12510"/>
                    <a:pt x="16212" y="202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g397bc2731b5_2_205"/>
            <p:cNvSpPr/>
            <p:nvPr/>
          </p:nvSpPr>
          <p:spPr>
            <a:xfrm>
              <a:off x="1475842" y="3006995"/>
              <a:ext cx="287132" cy="319151"/>
            </a:xfrm>
            <a:custGeom>
              <a:rect b="b" l="l" r="r" t="t"/>
              <a:pathLst>
                <a:path extrusionOk="0" h="11383" w="10241">
                  <a:moveTo>
                    <a:pt x="7472" y="1"/>
                  </a:moveTo>
                  <a:cubicBezTo>
                    <a:pt x="5571" y="2303"/>
                    <a:pt x="3569" y="4237"/>
                    <a:pt x="2435" y="5171"/>
                  </a:cubicBezTo>
                  <a:cubicBezTo>
                    <a:pt x="0" y="7106"/>
                    <a:pt x="400" y="10008"/>
                    <a:pt x="1001" y="10842"/>
                  </a:cubicBezTo>
                  <a:cubicBezTo>
                    <a:pt x="1248" y="11186"/>
                    <a:pt x="1603" y="11382"/>
                    <a:pt x="1947" y="11382"/>
                  </a:cubicBezTo>
                  <a:cubicBezTo>
                    <a:pt x="2437" y="11382"/>
                    <a:pt x="2904" y="10983"/>
                    <a:pt x="3002" y="10041"/>
                  </a:cubicBezTo>
                  <a:cubicBezTo>
                    <a:pt x="3169" y="8440"/>
                    <a:pt x="3903" y="8140"/>
                    <a:pt x="5504" y="7640"/>
                  </a:cubicBezTo>
                  <a:cubicBezTo>
                    <a:pt x="7105" y="7139"/>
                    <a:pt x="6872" y="5305"/>
                    <a:pt x="6872" y="5305"/>
                  </a:cubicBezTo>
                  <a:cubicBezTo>
                    <a:pt x="8106" y="4704"/>
                    <a:pt x="9240" y="4104"/>
                    <a:pt x="10241" y="3470"/>
                  </a:cubicBezTo>
                  <a:cubicBezTo>
                    <a:pt x="8606" y="2536"/>
                    <a:pt x="7806" y="902"/>
                    <a:pt x="7472" y="1"/>
                  </a:cubicBezTo>
                  <a:close/>
                </a:path>
              </a:pathLst>
            </a:custGeom>
            <a:solidFill>
              <a:srgbClr val="C57D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g397bc2731b5_2_205"/>
            <p:cNvSpPr/>
            <p:nvPr/>
          </p:nvSpPr>
          <p:spPr>
            <a:xfrm>
              <a:off x="1503879" y="1947390"/>
              <a:ext cx="52402" cy="59888"/>
            </a:xfrm>
            <a:custGeom>
              <a:rect b="b" l="l" r="r" t="t"/>
              <a:pathLst>
                <a:path extrusionOk="0" h="2136" w="1869">
                  <a:moveTo>
                    <a:pt x="1869" y="0"/>
                  </a:moveTo>
                  <a:lnTo>
                    <a:pt x="1535" y="367"/>
                  </a:lnTo>
                  <a:cubicBezTo>
                    <a:pt x="1202" y="767"/>
                    <a:pt x="1" y="1668"/>
                    <a:pt x="1" y="1668"/>
                  </a:cubicBezTo>
                  <a:lnTo>
                    <a:pt x="234" y="2135"/>
                  </a:lnTo>
                  <a:cubicBezTo>
                    <a:pt x="1602" y="1301"/>
                    <a:pt x="1869" y="0"/>
                    <a:pt x="1869" y="0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g397bc2731b5_2_205"/>
            <p:cNvSpPr/>
            <p:nvPr/>
          </p:nvSpPr>
          <p:spPr>
            <a:xfrm>
              <a:off x="1570299" y="1832354"/>
              <a:ext cx="31823" cy="48253"/>
            </a:xfrm>
            <a:custGeom>
              <a:rect b="b" l="l" r="r" t="t"/>
              <a:pathLst>
                <a:path extrusionOk="0" h="1721" w="1135">
                  <a:moveTo>
                    <a:pt x="367" y="0"/>
                  </a:moveTo>
                  <a:lnTo>
                    <a:pt x="367" y="34"/>
                  </a:lnTo>
                  <a:cubicBezTo>
                    <a:pt x="667" y="601"/>
                    <a:pt x="334" y="1234"/>
                    <a:pt x="0" y="1435"/>
                  </a:cubicBezTo>
                  <a:cubicBezTo>
                    <a:pt x="0" y="1435"/>
                    <a:pt x="176" y="1721"/>
                    <a:pt x="475" y="1721"/>
                  </a:cubicBezTo>
                  <a:cubicBezTo>
                    <a:pt x="544" y="1721"/>
                    <a:pt x="619" y="1706"/>
                    <a:pt x="701" y="1668"/>
                  </a:cubicBezTo>
                  <a:cubicBezTo>
                    <a:pt x="1134" y="1468"/>
                    <a:pt x="801" y="868"/>
                    <a:pt x="801" y="868"/>
                  </a:cubicBezTo>
                  <a:lnTo>
                    <a:pt x="367" y="0"/>
                  </a:ln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g397bc2731b5_2_205"/>
            <p:cNvSpPr/>
            <p:nvPr/>
          </p:nvSpPr>
          <p:spPr>
            <a:xfrm>
              <a:off x="1545963" y="1816934"/>
              <a:ext cx="29047" cy="37682"/>
            </a:xfrm>
            <a:custGeom>
              <a:rect b="b" l="l" r="r" t="t"/>
              <a:pathLst>
                <a:path extrusionOk="0" h="1344" w="1036">
                  <a:moveTo>
                    <a:pt x="381" y="1"/>
                  </a:moveTo>
                  <a:cubicBezTo>
                    <a:pt x="328" y="1"/>
                    <a:pt x="278" y="15"/>
                    <a:pt x="234" y="50"/>
                  </a:cubicBezTo>
                  <a:cubicBezTo>
                    <a:pt x="1" y="217"/>
                    <a:pt x="168" y="584"/>
                    <a:pt x="201" y="784"/>
                  </a:cubicBezTo>
                  <a:cubicBezTo>
                    <a:pt x="242" y="773"/>
                    <a:pt x="287" y="766"/>
                    <a:pt x="329" y="766"/>
                  </a:cubicBezTo>
                  <a:cubicBezTo>
                    <a:pt x="425" y="766"/>
                    <a:pt x="512" y="802"/>
                    <a:pt x="535" y="917"/>
                  </a:cubicBezTo>
                  <a:cubicBezTo>
                    <a:pt x="535" y="1017"/>
                    <a:pt x="468" y="1084"/>
                    <a:pt x="501" y="1184"/>
                  </a:cubicBezTo>
                  <a:cubicBezTo>
                    <a:pt x="501" y="1282"/>
                    <a:pt x="591" y="1344"/>
                    <a:pt x="691" y="1344"/>
                  </a:cubicBezTo>
                  <a:cubicBezTo>
                    <a:pt x="728" y="1344"/>
                    <a:pt x="766" y="1335"/>
                    <a:pt x="802" y="1317"/>
                  </a:cubicBezTo>
                  <a:cubicBezTo>
                    <a:pt x="968" y="1284"/>
                    <a:pt x="1002" y="1084"/>
                    <a:pt x="1002" y="917"/>
                  </a:cubicBezTo>
                  <a:cubicBezTo>
                    <a:pt x="968" y="650"/>
                    <a:pt x="1035" y="417"/>
                    <a:pt x="802" y="217"/>
                  </a:cubicBezTo>
                  <a:cubicBezTo>
                    <a:pt x="703" y="118"/>
                    <a:pt x="531" y="1"/>
                    <a:pt x="381" y="1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7" name="Google Shape;1547;g397bc2731b5_2_205"/>
          <p:cNvGrpSpPr/>
          <p:nvPr/>
        </p:nvGrpSpPr>
        <p:grpSpPr>
          <a:xfrm flipH="1">
            <a:off x="6322151" y="1028425"/>
            <a:ext cx="581751" cy="481316"/>
            <a:chOff x="1006620" y="1265774"/>
            <a:chExt cx="499872" cy="393361"/>
          </a:xfrm>
        </p:grpSpPr>
        <p:sp>
          <p:nvSpPr>
            <p:cNvPr id="1548" name="Google Shape;1548;g397bc2731b5_2_205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397bc2731b5_2_205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0" name="Google Shape;1550;g397bc2731b5_2_205"/>
          <p:cNvGrpSpPr/>
          <p:nvPr/>
        </p:nvGrpSpPr>
        <p:grpSpPr>
          <a:xfrm flipH="1">
            <a:off x="7280750" y="4300404"/>
            <a:ext cx="1638936" cy="333948"/>
            <a:chOff x="2439450" y="3964075"/>
            <a:chExt cx="1723200" cy="341950"/>
          </a:xfrm>
        </p:grpSpPr>
        <p:sp>
          <p:nvSpPr>
            <p:cNvPr id="1551" name="Google Shape;1551;g397bc2731b5_2_205"/>
            <p:cNvSpPr/>
            <p:nvPr/>
          </p:nvSpPr>
          <p:spPr>
            <a:xfrm>
              <a:off x="2439450" y="396407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g397bc2731b5_2_205"/>
            <p:cNvSpPr/>
            <p:nvPr/>
          </p:nvSpPr>
          <p:spPr>
            <a:xfrm>
              <a:off x="2771850" y="4118525"/>
              <a:ext cx="1390800" cy="1875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3" name="Google Shape;1553;g397bc2731b5_2_205"/>
          <p:cNvGrpSpPr/>
          <p:nvPr/>
        </p:nvGrpSpPr>
        <p:grpSpPr>
          <a:xfrm>
            <a:off x="7529743" y="1250879"/>
            <a:ext cx="978653" cy="3268163"/>
            <a:chOff x="6160005" y="1386680"/>
            <a:chExt cx="1028970" cy="2869831"/>
          </a:xfrm>
        </p:grpSpPr>
        <p:sp>
          <p:nvSpPr>
            <p:cNvPr id="1554" name="Google Shape;1554;g397bc2731b5_2_205"/>
            <p:cNvSpPr/>
            <p:nvPr/>
          </p:nvSpPr>
          <p:spPr>
            <a:xfrm flipH="1">
              <a:off x="6329217" y="1847219"/>
              <a:ext cx="605052" cy="568418"/>
            </a:xfrm>
            <a:custGeom>
              <a:rect b="b" l="l" r="r" t="t"/>
              <a:pathLst>
                <a:path extrusionOk="0" h="20621" w="21950">
                  <a:moveTo>
                    <a:pt x="12676" y="16785"/>
                  </a:moveTo>
                  <a:lnTo>
                    <a:pt x="12676" y="16785"/>
                  </a:lnTo>
                  <a:cubicBezTo>
                    <a:pt x="12660" y="16801"/>
                    <a:pt x="12643" y="16810"/>
                    <a:pt x="12626" y="16818"/>
                  </a:cubicBezTo>
                  <a:lnTo>
                    <a:pt x="12626" y="16818"/>
                  </a:lnTo>
                  <a:lnTo>
                    <a:pt x="12676" y="16785"/>
                  </a:lnTo>
                  <a:close/>
                  <a:moveTo>
                    <a:pt x="3711" y="0"/>
                  </a:moveTo>
                  <a:cubicBezTo>
                    <a:pt x="3116" y="0"/>
                    <a:pt x="2513" y="163"/>
                    <a:pt x="1969" y="506"/>
                  </a:cubicBezTo>
                  <a:cubicBezTo>
                    <a:pt x="468" y="1474"/>
                    <a:pt x="1" y="3475"/>
                    <a:pt x="968" y="4976"/>
                  </a:cubicBezTo>
                  <a:cubicBezTo>
                    <a:pt x="2269" y="7078"/>
                    <a:pt x="3603" y="9079"/>
                    <a:pt x="4971" y="11114"/>
                  </a:cubicBezTo>
                  <a:cubicBezTo>
                    <a:pt x="6305" y="13149"/>
                    <a:pt x="7706" y="15150"/>
                    <a:pt x="9241" y="17152"/>
                  </a:cubicBezTo>
                  <a:cubicBezTo>
                    <a:pt x="9607" y="17652"/>
                    <a:pt x="10008" y="18152"/>
                    <a:pt x="10475" y="18653"/>
                  </a:cubicBezTo>
                  <a:cubicBezTo>
                    <a:pt x="10675" y="18919"/>
                    <a:pt x="10908" y="19186"/>
                    <a:pt x="11209" y="19453"/>
                  </a:cubicBezTo>
                  <a:cubicBezTo>
                    <a:pt x="11342" y="19587"/>
                    <a:pt x="11509" y="19753"/>
                    <a:pt x="11709" y="19920"/>
                  </a:cubicBezTo>
                  <a:cubicBezTo>
                    <a:pt x="11842" y="20020"/>
                    <a:pt x="11942" y="20087"/>
                    <a:pt x="12143" y="20220"/>
                  </a:cubicBezTo>
                  <a:cubicBezTo>
                    <a:pt x="12209" y="20254"/>
                    <a:pt x="12343" y="20320"/>
                    <a:pt x="12476" y="20387"/>
                  </a:cubicBezTo>
                  <a:cubicBezTo>
                    <a:pt x="12576" y="20454"/>
                    <a:pt x="12843" y="20521"/>
                    <a:pt x="13043" y="20554"/>
                  </a:cubicBezTo>
                  <a:cubicBezTo>
                    <a:pt x="13077" y="20587"/>
                    <a:pt x="13177" y="20587"/>
                    <a:pt x="13277" y="20587"/>
                  </a:cubicBezTo>
                  <a:cubicBezTo>
                    <a:pt x="13343" y="20621"/>
                    <a:pt x="13444" y="20621"/>
                    <a:pt x="13544" y="20621"/>
                  </a:cubicBezTo>
                  <a:cubicBezTo>
                    <a:pt x="13610" y="20621"/>
                    <a:pt x="13710" y="20587"/>
                    <a:pt x="13810" y="20587"/>
                  </a:cubicBezTo>
                  <a:cubicBezTo>
                    <a:pt x="13911" y="20554"/>
                    <a:pt x="14011" y="20554"/>
                    <a:pt x="14144" y="20487"/>
                  </a:cubicBezTo>
                  <a:cubicBezTo>
                    <a:pt x="14244" y="20454"/>
                    <a:pt x="14344" y="20421"/>
                    <a:pt x="14444" y="20354"/>
                  </a:cubicBezTo>
                  <a:lnTo>
                    <a:pt x="14544" y="20320"/>
                  </a:lnTo>
                  <a:lnTo>
                    <a:pt x="14578" y="20287"/>
                  </a:lnTo>
                  <a:lnTo>
                    <a:pt x="14611" y="20287"/>
                  </a:lnTo>
                  <a:lnTo>
                    <a:pt x="14678" y="20220"/>
                  </a:lnTo>
                  <a:cubicBezTo>
                    <a:pt x="14811" y="20120"/>
                    <a:pt x="14911" y="20054"/>
                    <a:pt x="15045" y="19954"/>
                  </a:cubicBezTo>
                  <a:cubicBezTo>
                    <a:pt x="15211" y="19787"/>
                    <a:pt x="15345" y="19687"/>
                    <a:pt x="15478" y="19520"/>
                  </a:cubicBezTo>
                  <a:cubicBezTo>
                    <a:pt x="15712" y="19253"/>
                    <a:pt x="15945" y="19020"/>
                    <a:pt x="16145" y="18753"/>
                  </a:cubicBezTo>
                  <a:cubicBezTo>
                    <a:pt x="16579" y="18252"/>
                    <a:pt x="16946" y="17785"/>
                    <a:pt x="17313" y="17285"/>
                  </a:cubicBezTo>
                  <a:cubicBezTo>
                    <a:pt x="18814" y="15317"/>
                    <a:pt x="20182" y="13315"/>
                    <a:pt x="21549" y="11414"/>
                  </a:cubicBezTo>
                  <a:lnTo>
                    <a:pt x="21583" y="11381"/>
                  </a:lnTo>
                  <a:cubicBezTo>
                    <a:pt x="21950" y="10847"/>
                    <a:pt x="21883" y="10147"/>
                    <a:pt x="21416" y="9713"/>
                  </a:cubicBezTo>
                  <a:cubicBezTo>
                    <a:pt x="21174" y="9471"/>
                    <a:pt x="20862" y="9354"/>
                    <a:pt x="20548" y="9354"/>
                  </a:cubicBezTo>
                  <a:cubicBezTo>
                    <a:pt x="20212" y="9354"/>
                    <a:pt x="19873" y="9488"/>
                    <a:pt x="19615" y="9746"/>
                  </a:cubicBezTo>
                  <a:cubicBezTo>
                    <a:pt x="17947" y="11548"/>
                    <a:pt x="13777" y="14350"/>
                    <a:pt x="13444" y="14616"/>
                  </a:cubicBezTo>
                  <a:cubicBezTo>
                    <a:pt x="13210" y="14249"/>
                    <a:pt x="7639" y="4075"/>
                    <a:pt x="6672" y="1907"/>
                  </a:cubicBezTo>
                  <a:lnTo>
                    <a:pt x="6672" y="1874"/>
                  </a:lnTo>
                  <a:cubicBezTo>
                    <a:pt x="6605" y="1774"/>
                    <a:pt x="6539" y="1640"/>
                    <a:pt x="6472" y="1507"/>
                  </a:cubicBezTo>
                  <a:cubicBezTo>
                    <a:pt x="5848" y="538"/>
                    <a:pt x="4793" y="0"/>
                    <a:pt x="3711" y="0"/>
                  </a:cubicBezTo>
                  <a:close/>
                </a:path>
              </a:pathLst>
            </a:custGeom>
            <a:solidFill>
              <a:srgbClr val="F0C6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97bc2731b5_2_205"/>
            <p:cNvSpPr/>
            <p:nvPr/>
          </p:nvSpPr>
          <p:spPr>
            <a:xfrm flipH="1">
              <a:off x="6389885" y="1839088"/>
              <a:ext cx="439551" cy="610565"/>
            </a:xfrm>
            <a:custGeom>
              <a:rect b="b" l="l" r="r" t="t"/>
              <a:pathLst>
                <a:path extrusionOk="0" h="22150" w="15946">
                  <a:moveTo>
                    <a:pt x="13643" y="11943"/>
                  </a:moveTo>
                  <a:cubicBezTo>
                    <a:pt x="14144" y="13610"/>
                    <a:pt x="15945" y="14244"/>
                    <a:pt x="15945" y="14244"/>
                  </a:cubicBezTo>
                  <a:cubicBezTo>
                    <a:pt x="15945" y="14244"/>
                    <a:pt x="12176" y="20349"/>
                    <a:pt x="10141" y="21249"/>
                  </a:cubicBezTo>
                  <a:cubicBezTo>
                    <a:pt x="8073" y="22150"/>
                    <a:pt x="5204" y="18447"/>
                    <a:pt x="3636" y="15579"/>
                  </a:cubicBezTo>
                  <a:cubicBezTo>
                    <a:pt x="3236" y="14845"/>
                    <a:pt x="3002" y="14011"/>
                    <a:pt x="2769" y="13210"/>
                  </a:cubicBezTo>
                  <a:cubicBezTo>
                    <a:pt x="2269" y="11409"/>
                    <a:pt x="1968" y="9574"/>
                    <a:pt x="1668" y="7706"/>
                  </a:cubicBezTo>
                  <a:cubicBezTo>
                    <a:pt x="1568" y="6939"/>
                    <a:pt x="1468" y="6172"/>
                    <a:pt x="1368" y="5405"/>
                  </a:cubicBezTo>
                  <a:cubicBezTo>
                    <a:pt x="1235" y="4370"/>
                    <a:pt x="901" y="3570"/>
                    <a:pt x="501" y="2603"/>
                  </a:cubicBezTo>
                  <a:cubicBezTo>
                    <a:pt x="200" y="1902"/>
                    <a:pt x="0" y="1068"/>
                    <a:pt x="301" y="334"/>
                  </a:cubicBezTo>
                  <a:cubicBezTo>
                    <a:pt x="367" y="234"/>
                    <a:pt x="401" y="134"/>
                    <a:pt x="501" y="101"/>
                  </a:cubicBezTo>
                  <a:cubicBezTo>
                    <a:pt x="667" y="1"/>
                    <a:pt x="834" y="34"/>
                    <a:pt x="1001" y="101"/>
                  </a:cubicBezTo>
                  <a:cubicBezTo>
                    <a:pt x="1835" y="334"/>
                    <a:pt x="2602" y="868"/>
                    <a:pt x="3136" y="1535"/>
                  </a:cubicBezTo>
                  <a:cubicBezTo>
                    <a:pt x="3636" y="2169"/>
                    <a:pt x="3803" y="2869"/>
                    <a:pt x="4170" y="3570"/>
                  </a:cubicBezTo>
                  <a:cubicBezTo>
                    <a:pt x="4837" y="4871"/>
                    <a:pt x="5504" y="6172"/>
                    <a:pt x="6205" y="7473"/>
                  </a:cubicBezTo>
                  <a:cubicBezTo>
                    <a:pt x="7339" y="9708"/>
                    <a:pt x="8506" y="11943"/>
                    <a:pt x="9641" y="14178"/>
                  </a:cubicBezTo>
                  <a:lnTo>
                    <a:pt x="13643" y="119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97bc2731b5_2_205"/>
            <p:cNvSpPr/>
            <p:nvPr/>
          </p:nvSpPr>
          <p:spPr>
            <a:xfrm flipH="1">
              <a:off x="6667582" y="2662060"/>
              <a:ext cx="488286" cy="1591851"/>
            </a:xfrm>
            <a:custGeom>
              <a:rect b="b" l="l" r="r" t="t"/>
              <a:pathLst>
                <a:path extrusionOk="0" h="57749" w="17714">
                  <a:moveTo>
                    <a:pt x="14311" y="0"/>
                  </a:moveTo>
                  <a:cubicBezTo>
                    <a:pt x="12009" y="634"/>
                    <a:pt x="7106" y="1735"/>
                    <a:pt x="1" y="2035"/>
                  </a:cubicBezTo>
                  <a:cubicBezTo>
                    <a:pt x="201" y="4170"/>
                    <a:pt x="935" y="8607"/>
                    <a:pt x="4003" y="14911"/>
                  </a:cubicBezTo>
                  <a:cubicBezTo>
                    <a:pt x="8974" y="25085"/>
                    <a:pt x="7973" y="24318"/>
                    <a:pt x="3536" y="51771"/>
                  </a:cubicBezTo>
                  <a:cubicBezTo>
                    <a:pt x="3403" y="52671"/>
                    <a:pt x="3236" y="53605"/>
                    <a:pt x="3103" y="54573"/>
                  </a:cubicBezTo>
                  <a:lnTo>
                    <a:pt x="3003" y="55173"/>
                  </a:lnTo>
                  <a:cubicBezTo>
                    <a:pt x="2869" y="55840"/>
                    <a:pt x="3336" y="56441"/>
                    <a:pt x="4003" y="56508"/>
                  </a:cubicBezTo>
                  <a:lnTo>
                    <a:pt x="15745" y="57742"/>
                  </a:lnTo>
                  <a:cubicBezTo>
                    <a:pt x="15780" y="57746"/>
                    <a:pt x="15813" y="57749"/>
                    <a:pt x="15846" y="57749"/>
                  </a:cubicBezTo>
                  <a:cubicBezTo>
                    <a:pt x="16508" y="57749"/>
                    <a:pt x="16783" y="56822"/>
                    <a:pt x="16179" y="56441"/>
                  </a:cubicBezTo>
                  <a:lnTo>
                    <a:pt x="13343" y="54373"/>
                  </a:lnTo>
                  <a:lnTo>
                    <a:pt x="9707" y="51704"/>
                  </a:lnTo>
                  <a:lnTo>
                    <a:pt x="9674" y="51704"/>
                  </a:lnTo>
                  <a:cubicBezTo>
                    <a:pt x="10575" y="49269"/>
                    <a:pt x="12443" y="43698"/>
                    <a:pt x="14244" y="37227"/>
                  </a:cubicBezTo>
                  <a:cubicBezTo>
                    <a:pt x="15545" y="32624"/>
                    <a:pt x="16679" y="27854"/>
                    <a:pt x="16979" y="24184"/>
                  </a:cubicBezTo>
                  <a:cubicBezTo>
                    <a:pt x="17713" y="15745"/>
                    <a:pt x="15211" y="3970"/>
                    <a:pt x="14311" y="0"/>
                  </a:cubicBezTo>
                  <a:close/>
                </a:path>
              </a:pathLst>
            </a:custGeom>
            <a:solidFill>
              <a:srgbClr val="FFC8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97bc2731b5_2_205"/>
            <p:cNvSpPr/>
            <p:nvPr/>
          </p:nvSpPr>
          <p:spPr>
            <a:xfrm flipH="1">
              <a:off x="6287838" y="2649187"/>
              <a:ext cx="474476" cy="1533744"/>
            </a:xfrm>
            <a:custGeom>
              <a:rect b="b" l="l" r="r" t="t"/>
              <a:pathLst>
                <a:path extrusionOk="0" h="55641" w="17213">
                  <a:moveTo>
                    <a:pt x="1535" y="0"/>
                  </a:moveTo>
                  <a:cubicBezTo>
                    <a:pt x="1535" y="0"/>
                    <a:pt x="1034" y="201"/>
                    <a:pt x="34" y="467"/>
                  </a:cubicBezTo>
                  <a:cubicBezTo>
                    <a:pt x="968" y="4437"/>
                    <a:pt x="3470" y="16212"/>
                    <a:pt x="2736" y="24651"/>
                  </a:cubicBezTo>
                  <a:cubicBezTo>
                    <a:pt x="2402" y="28321"/>
                    <a:pt x="1268" y="33091"/>
                    <a:pt x="0" y="37694"/>
                  </a:cubicBezTo>
                  <a:cubicBezTo>
                    <a:pt x="1501" y="42431"/>
                    <a:pt x="2602" y="47468"/>
                    <a:pt x="3269" y="51004"/>
                  </a:cubicBezTo>
                  <a:cubicBezTo>
                    <a:pt x="3470" y="52138"/>
                    <a:pt x="3670" y="53105"/>
                    <a:pt x="3770" y="53872"/>
                  </a:cubicBezTo>
                  <a:cubicBezTo>
                    <a:pt x="3803" y="54072"/>
                    <a:pt x="3836" y="54239"/>
                    <a:pt x="3870" y="54406"/>
                  </a:cubicBezTo>
                  <a:cubicBezTo>
                    <a:pt x="3970" y="55107"/>
                    <a:pt x="4570" y="55640"/>
                    <a:pt x="5271" y="55640"/>
                  </a:cubicBezTo>
                  <a:lnTo>
                    <a:pt x="16045" y="55640"/>
                  </a:lnTo>
                  <a:cubicBezTo>
                    <a:pt x="16879" y="55640"/>
                    <a:pt x="17213" y="54506"/>
                    <a:pt x="16445" y="54072"/>
                  </a:cubicBezTo>
                  <a:lnTo>
                    <a:pt x="13977" y="52671"/>
                  </a:lnTo>
                  <a:lnTo>
                    <a:pt x="9707" y="50270"/>
                  </a:lnTo>
                  <a:cubicBezTo>
                    <a:pt x="5638" y="14944"/>
                    <a:pt x="1535" y="0"/>
                    <a:pt x="1535" y="0"/>
                  </a:cubicBezTo>
                  <a:close/>
                </a:path>
              </a:pathLst>
            </a:custGeom>
            <a:solidFill>
              <a:srgbClr val="F4B2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97bc2731b5_2_205"/>
            <p:cNvSpPr/>
            <p:nvPr/>
          </p:nvSpPr>
          <p:spPr>
            <a:xfrm flipH="1">
              <a:off x="6563690" y="2687806"/>
              <a:ext cx="601386" cy="636448"/>
            </a:xfrm>
            <a:custGeom>
              <a:rect b="b" l="l" r="r" t="t"/>
              <a:pathLst>
                <a:path extrusionOk="0" h="23089" w="21817">
                  <a:moveTo>
                    <a:pt x="335" y="0"/>
                  </a:moveTo>
                  <a:cubicBezTo>
                    <a:pt x="335" y="0"/>
                    <a:pt x="1" y="801"/>
                    <a:pt x="601" y="3970"/>
                  </a:cubicBezTo>
                  <a:cubicBezTo>
                    <a:pt x="1202" y="7105"/>
                    <a:pt x="2569" y="11008"/>
                    <a:pt x="3804" y="15078"/>
                  </a:cubicBezTo>
                  <a:cubicBezTo>
                    <a:pt x="5038" y="19114"/>
                    <a:pt x="4504" y="23050"/>
                    <a:pt x="4504" y="23050"/>
                  </a:cubicBezTo>
                  <a:cubicBezTo>
                    <a:pt x="5224" y="23077"/>
                    <a:pt x="5939" y="23089"/>
                    <a:pt x="6645" y="23089"/>
                  </a:cubicBezTo>
                  <a:cubicBezTo>
                    <a:pt x="14833" y="23089"/>
                    <a:pt x="21817" y="21449"/>
                    <a:pt x="21817" y="21449"/>
                  </a:cubicBezTo>
                  <a:cubicBezTo>
                    <a:pt x="20582" y="15411"/>
                    <a:pt x="17147" y="1935"/>
                    <a:pt x="16813" y="601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97bc2731b5_2_205"/>
            <p:cNvSpPr/>
            <p:nvPr/>
          </p:nvSpPr>
          <p:spPr>
            <a:xfrm flipH="1">
              <a:off x="6247361" y="2130567"/>
              <a:ext cx="42340" cy="74508"/>
            </a:xfrm>
            <a:custGeom>
              <a:rect b="b" l="l" r="r" t="t"/>
              <a:pathLst>
                <a:path extrusionOk="0" h="2703" w="1536">
                  <a:moveTo>
                    <a:pt x="1402" y="1"/>
                  </a:moveTo>
                  <a:lnTo>
                    <a:pt x="1" y="2569"/>
                  </a:lnTo>
                  <a:lnTo>
                    <a:pt x="802" y="2703"/>
                  </a:lnTo>
                  <a:lnTo>
                    <a:pt x="1102" y="2169"/>
                  </a:lnTo>
                  <a:lnTo>
                    <a:pt x="1535" y="1369"/>
                  </a:lnTo>
                  <a:cubicBezTo>
                    <a:pt x="1402" y="935"/>
                    <a:pt x="1369" y="468"/>
                    <a:pt x="1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97bc2731b5_2_205"/>
            <p:cNvSpPr/>
            <p:nvPr/>
          </p:nvSpPr>
          <p:spPr>
            <a:xfrm flipH="1">
              <a:off x="6177485" y="1989899"/>
              <a:ext cx="167375" cy="211506"/>
            </a:xfrm>
            <a:custGeom>
              <a:rect b="b" l="l" r="r" t="t"/>
              <a:pathLst>
                <a:path extrusionOk="0" h="7673" w="6072">
                  <a:moveTo>
                    <a:pt x="3270" y="0"/>
                  </a:moveTo>
                  <a:lnTo>
                    <a:pt x="2369" y="1668"/>
                  </a:lnTo>
                  <a:lnTo>
                    <a:pt x="1" y="5938"/>
                  </a:lnTo>
                  <a:lnTo>
                    <a:pt x="1335" y="7105"/>
                  </a:lnTo>
                  <a:lnTo>
                    <a:pt x="2002" y="7672"/>
                  </a:lnTo>
                  <a:lnTo>
                    <a:pt x="3403" y="5137"/>
                  </a:lnTo>
                  <a:lnTo>
                    <a:pt x="3436" y="5137"/>
                  </a:lnTo>
                  <a:cubicBezTo>
                    <a:pt x="3536" y="3803"/>
                    <a:pt x="4170" y="2602"/>
                    <a:pt x="4570" y="2335"/>
                  </a:cubicBezTo>
                  <a:cubicBezTo>
                    <a:pt x="4676" y="2272"/>
                    <a:pt x="4769" y="2249"/>
                    <a:pt x="4856" y="2249"/>
                  </a:cubicBezTo>
                  <a:cubicBezTo>
                    <a:pt x="4906" y="2249"/>
                    <a:pt x="4955" y="2256"/>
                    <a:pt x="5004" y="2269"/>
                  </a:cubicBezTo>
                  <a:lnTo>
                    <a:pt x="6072" y="300"/>
                  </a:lnTo>
                  <a:lnTo>
                    <a:pt x="327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97bc2731b5_2_205"/>
            <p:cNvSpPr/>
            <p:nvPr/>
          </p:nvSpPr>
          <p:spPr>
            <a:xfrm flipH="1">
              <a:off x="6194024" y="2007376"/>
              <a:ext cx="139810" cy="173797"/>
            </a:xfrm>
            <a:custGeom>
              <a:rect b="b" l="l" r="r" t="t"/>
              <a:pathLst>
                <a:path extrusionOk="0" h="6305" w="5072">
                  <a:moveTo>
                    <a:pt x="2703" y="0"/>
                  </a:moveTo>
                  <a:lnTo>
                    <a:pt x="5071" y="367"/>
                  </a:lnTo>
                  <a:lnTo>
                    <a:pt x="1802" y="6305"/>
                  </a:lnTo>
                  <a:lnTo>
                    <a:pt x="1" y="48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97bc2731b5_2_205"/>
            <p:cNvSpPr/>
            <p:nvPr/>
          </p:nvSpPr>
          <p:spPr>
            <a:xfrm flipH="1">
              <a:off x="6160005" y="1998169"/>
              <a:ext cx="46916" cy="68058"/>
            </a:xfrm>
            <a:custGeom>
              <a:rect b="b" l="l" r="r" t="t"/>
              <a:pathLst>
                <a:path extrusionOk="0" h="2469" w="1702">
                  <a:moveTo>
                    <a:pt x="1068" y="0"/>
                  </a:moveTo>
                  <a:lnTo>
                    <a:pt x="0" y="1935"/>
                  </a:lnTo>
                  <a:cubicBezTo>
                    <a:pt x="234" y="2002"/>
                    <a:pt x="434" y="2202"/>
                    <a:pt x="567" y="2469"/>
                  </a:cubicBezTo>
                  <a:lnTo>
                    <a:pt x="1701" y="434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97bc2731b5_2_205"/>
            <p:cNvSpPr/>
            <p:nvPr/>
          </p:nvSpPr>
          <p:spPr>
            <a:xfrm flipH="1">
              <a:off x="6182086" y="2051150"/>
              <a:ext cx="77265" cy="139231"/>
            </a:xfrm>
            <a:custGeom>
              <a:rect b="b" l="l" r="r" t="t"/>
              <a:pathLst>
                <a:path extrusionOk="0" h="5051" w="2803">
                  <a:moveTo>
                    <a:pt x="1802" y="1"/>
                  </a:moveTo>
                  <a:cubicBezTo>
                    <a:pt x="1700" y="1"/>
                    <a:pt x="1594" y="38"/>
                    <a:pt x="1468" y="113"/>
                  </a:cubicBezTo>
                  <a:cubicBezTo>
                    <a:pt x="1068" y="380"/>
                    <a:pt x="434" y="1581"/>
                    <a:pt x="334" y="2882"/>
                  </a:cubicBezTo>
                  <a:cubicBezTo>
                    <a:pt x="268" y="3349"/>
                    <a:pt x="301" y="3816"/>
                    <a:pt x="434" y="4250"/>
                  </a:cubicBezTo>
                  <a:lnTo>
                    <a:pt x="1" y="5050"/>
                  </a:lnTo>
                  <a:cubicBezTo>
                    <a:pt x="234" y="5050"/>
                    <a:pt x="434" y="5017"/>
                    <a:pt x="568" y="4917"/>
                  </a:cubicBezTo>
                  <a:cubicBezTo>
                    <a:pt x="1168" y="4383"/>
                    <a:pt x="2803" y="2048"/>
                    <a:pt x="2669" y="1214"/>
                  </a:cubicBezTo>
                  <a:cubicBezTo>
                    <a:pt x="2636" y="981"/>
                    <a:pt x="2569" y="747"/>
                    <a:pt x="2469" y="547"/>
                  </a:cubicBezTo>
                  <a:cubicBezTo>
                    <a:pt x="2336" y="280"/>
                    <a:pt x="2136" y="80"/>
                    <a:pt x="1902" y="13"/>
                  </a:cubicBezTo>
                  <a:cubicBezTo>
                    <a:pt x="1869" y="5"/>
                    <a:pt x="1835" y="1"/>
                    <a:pt x="1802" y="1"/>
                  </a:cubicBezTo>
                  <a:close/>
                </a:path>
              </a:pathLst>
            </a:custGeom>
            <a:solidFill>
              <a:srgbClr val="F0C6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97bc2731b5_2_205"/>
            <p:cNvSpPr/>
            <p:nvPr/>
          </p:nvSpPr>
          <p:spPr>
            <a:xfrm flipH="1">
              <a:off x="6279559" y="2019229"/>
              <a:ext cx="110343" cy="165638"/>
            </a:xfrm>
            <a:custGeom>
              <a:rect b="b" l="l" r="r" t="t"/>
              <a:pathLst>
                <a:path extrusionOk="0" h="6009" w="4003">
                  <a:moveTo>
                    <a:pt x="3535" y="1"/>
                  </a:moveTo>
                  <a:cubicBezTo>
                    <a:pt x="3514" y="1"/>
                    <a:pt x="3492" y="2"/>
                    <a:pt x="3469" y="4"/>
                  </a:cubicBezTo>
                  <a:cubicBezTo>
                    <a:pt x="3236" y="37"/>
                    <a:pt x="3036" y="537"/>
                    <a:pt x="2902" y="738"/>
                  </a:cubicBezTo>
                  <a:cubicBezTo>
                    <a:pt x="2669" y="1171"/>
                    <a:pt x="2402" y="1571"/>
                    <a:pt x="1935" y="1805"/>
                  </a:cubicBezTo>
                  <a:cubicBezTo>
                    <a:pt x="1635" y="1972"/>
                    <a:pt x="1268" y="2005"/>
                    <a:pt x="1001" y="2172"/>
                  </a:cubicBezTo>
                  <a:cubicBezTo>
                    <a:pt x="634" y="2372"/>
                    <a:pt x="400" y="2706"/>
                    <a:pt x="200" y="3073"/>
                  </a:cubicBezTo>
                  <a:cubicBezTo>
                    <a:pt x="100" y="3306"/>
                    <a:pt x="0" y="3573"/>
                    <a:pt x="0" y="3840"/>
                  </a:cubicBezTo>
                  <a:cubicBezTo>
                    <a:pt x="0" y="4040"/>
                    <a:pt x="33" y="4240"/>
                    <a:pt x="133" y="4440"/>
                  </a:cubicBezTo>
                  <a:cubicBezTo>
                    <a:pt x="634" y="5674"/>
                    <a:pt x="1801" y="5775"/>
                    <a:pt x="2969" y="6008"/>
                  </a:cubicBezTo>
                  <a:lnTo>
                    <a:pt x="1635" y="4874"/>
                  </a:lnTo>
                  <a:lnTo>
                    <a:pt x="4003" y="571"/>
                  </a:lnTo>
                  <a:cubicBezTo>
                    <a:pt x="4003" y="256"/>
                    <a:pt x="3884" y="1"/>
                    <a:pt x="3535" y="1"/>
                  </a:cubicBezTo>
                  <a:close/>
                </a:path>
              </a:pathLst>
            </a:custGeom>
            <a:solidFill>
              <a:srgbClr val="F0C6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397bc2731b5_2_205"/>
            <p:cNvSpPr/>
            <p:nvPr/>
          </p:nvSpPr>
          <p:spPr>
            <a:xfrm flipH="1">
              <a:off x="6572892" y="1531069"/>
              <a:ext cx="374250" cy="380673"/>
            </a:xfrm>
            <a:custGeom>
              <a:rect b="b" l="l" r="r" t="t"/>
              <a:pathLst>
                <a:path extrusionOk="0" h="13810" w="13577">
                  <a:moveTo>
                    <a:pt x="11309" y="0"/>
                  </a:moveTo>
                  <a:cubicBezTo>
                    <a:pt x="11175" y="434"/>
                    <a:pt x="10308" y="1334"/>
                    <a:pt x="9908" y="2035"/>
                  </a:cubicBezTo>
                  <a:cubicBezTo>
                    <a:pt x="9507" y="2702"/>
                    <a:pt x="8874" y="3236"/>
                    <a:pt x="8307" y="3769"/>
                  </a:cubicBezTo>
                  <a:cubicBezTo>
                    <a:pt x="7706" y="4303"/>
                    <a:pt x="7039" y="4837"/>
                    <a:pt x="6739" y="5571"/>
                  </a:cubicBezTo>
                  <a:cubicBezTo>
                    <a:pt x="6205" y="6738"/>
                    <a:pt x="6305" y="8039"/>
                    <a:pt x="5438" y="8973"/>
                  </a:cubicBezTo>
                  <a:cubicBezTo>
                    <a:pt x="5089" y="9337"/>
                    <a:pt x="4708" y="9447"/>
                    <a:pt x="4295" y="9447"/>
                  </a:cubicBezTo>
                  <a:cubicBezTo>
                    <a:pt x="3762" y="9447"/>
                    <a:pt x="3175" y="9263"/>
                    <a:pt x="2536" y="9207"/>
                  </a:cubicBezTo>
                  <a:lnTo>
                    <a:pt x="2502" y="9207"/>
                  </a:lnTo>
                  <a:cubicBezTo>
                    <a:pt x="2434" y="9201"/>
                    <a:pt x="2365" y="9198"/>
                    <a:pt x="2294" y="9198"/>
                  </a:cubicBezTo>
                  <a:cubicBezTo>
                    <a:pt x="1543" y="9198"/>
                    <a:pt x="702" y="9516"/>
                    <a:pt x="1" y="9974"/>
                  </a:cubicBezTo>
                  <a:cubicBezTo>
                    <a:pt x="601" y="10374"/>
                    <a:pt x="935" y="10941"/>
                    <a:pt x="1468" y="11408"/>
                  </a:cubicBezTo>
                  <a:cubicBezTo>
                    <a:pt x="1969" y="11875"/>
                    <a:pt x="2536" y="12275"/>
                    <a:pt x="3170" y="12576"/>
                  </a:cubicBezTo>
                  <a:cubicBezTo>
                    <a:pt x="3970" y="12976"/>
                    <a:pt x="4904" y="13209"/>
                    <a:pt x="5571" y="13810"/>
                  </a:cubicBezTo>
                  <a:cubicBezTo>
                    <a:pt x="5571" y="12542"/>
                    <a:pt x="5771" y="11308"/>
                    <a:pt x="6005" y="10074"/>
                  </a:cubicBezTo>
                  <a:cubicBezTo>
                    <a:pt x="7272" y="10174"/>
                    <a:pt x="8507" y="10341"/>
                    <a:pt x="9741" y="10541"/>
                  </a:cubicBezTo>
                  <a:cubicBezTo>
                    <a:pt x="9785" y="10541"/>
                    <a:pt x="9830" y="10556"/>
                    <a:pt x="9874" y="10556"/>
                  </a:cubicBezTo>
                  <a:cubicBezTo>
                    <a:pt x="9897" y="10556"/>
                    <a:pt x="9919" y="10552"/>
                    <a:pt x="9941" y="10541"/>
                  </a:cubicBezTo>
                  <a:cubicBezTo>
                    <a:pt x="10008" y="10541"/>
                    <a:pt x="10041" y="10508"/>
                    <a:pt x="10074" y="10474"/>
                  </a:cubicBezTo>
                  <a:cubicBezTo>
                    <a:pt x="10541" y="10107"/>
                    <a:pt x="10842" y="9507"/>
                    <a:pt x="11109" y="9006"/>
                  </a:cubicBezTo>
                  <a:cubicBezTo>
                    <a:pt x="11442" y="8373"/>
                    <a:pt x="11709" y="7739"/>
                    <a:pt x="11909" y="7072"/>
                  </a:cubicBezTo>
                  <a:cubicBezTo>
                    <a:pt x="12076" y="6538"/>
                    <a:pt x="12443" y="5371"/>
                    <a:pt x="12476" y="4837"/>
                  </a:cubicBezTo>
                  <a:cubicBezTo>
                    <a:pt x="13577" y="0"/>
                    <a:pt x="11475" y="200"/>
                    <a:pt x="11309" y="0"/>
                  </a:cubicBezTo>
                  <a:close/>
                </a:path>
              </a:pathLst>
            </a:custGeom>
            <a:solidFill>
              <a:srgbClr val="F0C6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397bc2731b5_2_205"/>
            <p:cNvSpPr/>
            <p:nvPr/>
          </p:nvSpPr>
          <p:spPr>
            <a:xfrm flipH="1">
              <a:off x="6554484" y="1386680"/>
              <a:ext cx="634491" cy="599539"/>
            </a:xfrm>
            <a:custGeom>
              <a:rect b="b" l="l" r="r" t="t"/>
              <a:pathLst>
                <a:path extrusionOk="0" h="21750" w="23018">
                  <a:moveTo>
                    <a:pt x="20182" y="5371"/>
                  </a:moveTo>
                  <a:cubicBezTo>
                    <a:pt x="20649" y="5505"/>
                    <a:pt x="19314" y="7506"/>
                    <a:pt x="19148" y="7740"/>
                  </a:cubicBezTo>
                  <a:cubicBezTo>
                    <a:pt x="18681" y="8340"/>
                    <a:pt x="18114" y="8841"/>
                    <a:pt x="17480" y="9274"/>
                  </a:cubicBezTo>
                  <a:cubicBezTo>
                    <a:pt x="16913" y="9641"/>
                    <a:pt x="16079" y="9808"/>
                    <a:pt x="15712" y="10442"/>
                  </a:cubicBezTo>
                  <a:cubicBezTo>
                    <a:pt x="15378" y="11009"/>
                    <a:pt x="15278" y="11709"/>
                    <a:pt x="15178" y="12343"/>
                  </a:cubicBezTo>
                  <a:cubicBezTo>
                    <a:pt x="15045" y="13377"/>
                    <a:pt x="14678" y="14411"/>
                    <a:pt x="13577" y="14678"/>
                  </a:cubicBezTo>
                  <a:cubicBezTo>
                    <a:pt x="12810" y="14878"/>
                    <a:pt x="11642" y="14545"/>
                    <a:pt x="11109" y="15279"/>
                  </a:cubicBezTo>
                  <a:cubicBezTo>
                    <a:pt x="10608" y="15946"/>
                    <a:pt x="10808" y="16446"/>
                    <a:pt x="10008" y="16913"/>
                  </a:cubicBezTo>
                  <a:cubicBezTo>
                    <a:pt x="9274" y="17313"/>
                    <a:pt x="8573" y="17747"/>
                    <a:pt x="7973" y="18381"/>
                  </a:cubicBezTo>
                  <a:cubicBezTo>
                    <a:pt x="7139" y="19248"/>
                    <a:pt x="6505" y="20315"/>
                    <a:pt x="5471" y="20916"/>
                  </a:cubicBezTo>
                  <a:cubicBezTo>
                    <a:pt x="4104" y="21750"/>
                    <a:pt x="2169" y="21416"/>
                    <a:pt x="1101" y="20215"/>
                  </a:cubicBezTo>
                  <a:cubicBezTo>
                    <a:pt x="67" y="18981"/>
                    <a:pt x="1" y="17013"/>
                    <a:pt x="1001" y="15779"/>
                  </a:cubicBezTo>
                  <a:cubicBezTo>
                    <a:pt x="1502" y="15178"/>
                    <a:pt x="2202" y="14678"/>
                    <a:pt x="2369" y="13911"/>
                  </a:cubicBezTo>
                  <a:cubicBezTo>
                    <a:pt x="2569" y="13010"/>
                    <a:pt x="1902" y="12143"/>
                    <a:pt x="1802" y="11242"/>
                  </a:cubicBezTo>
                  <a:cubicBezTo>
                    <a:pt x="1702" y="10575"/>
                    <a:pt x="1935" y="9875"/>
                    <a:pt x="2402" y="9374"/>
                  </a:cubicBezTo>
                  <a:cubicBezTo>
                    <a:pt x="2836" y="8907"/>
                    <a:pt x="3436" y="8640"/>
                    <a:pt x="3970" y="8274"/>
                  </a:cubicBezTo>
                  <a:cubicBezTo>
                    <a:pt x="4971" y="7606"/>
                    <a:pt x="4971" y="6606"/>
                    <a:pt x="5638" y="5705"/>
                  </a:cubicBezTo>
                  <a:cubicBezTo>
                    <a:pt x="5972" y="5205"/>
                    <a:pt x="6572" y="4938"/>
                    <a:pt x="7106" y="4671"/>
                  </a:cubicBezTo>
                  <a:cubicBezTo>
                    <a:pt x="8207" y="4171"/>
                    <a:pt x="9574" y="3770"/>
                    <a:pt x="10475" y="2970"/>
                  </a:cubicBezTo>
                  <a:cubicBezTo>
                    <a:pt x="11309" y="2203"/>
                    <a:pt x="11943" y="1269"/>
                    <a:pt x="12943" y="701"/>
                  </a:cubicBezTo>
                  <a:cubicBezTo>
                    <a:pt x="14211" y="1"/>
                    <a:pt x="15779" y="34"/>
                    <a:pt x="17246" y="335"/>
                  </a:cubicBezTo>
                  <a:cubicBezTo>
                    <a:pt x="18781" y="635"/>
                    <a:pt x="20315" y="1302"/>
                    <a:pt x="21416" y="2469"/>
                  </a:cubicBezTo>
                  <a:cubicBezTo>
                    <a:pt x="22483" y="3637"/>
                    <a:pt x="23017" y="5271"/>
                    <a:pt x="22817" y="6839"/>
                  </a:cubicBezTo>
                  <a:cubicBezTo>
                    <a:pt x="22684" y="8040"/>
                    <a:pt x="22116" y="9208"/>
                    <a:pt x="21249" y="10075"/>
                  </a:cubicBezTo>
                  <a:cubicBezTo>
                    <a:pt x="21483" y="9875"/>
                    <a:pt x="21349" y="9308"/>
                    <a:pt x="21383" y="9007"/>
                  </a:cubicBezTo>
                  <a:cubicBezTo>
                    <a:pt x="21383" y="8607"/>
                    <a:pt x="21416" y="8207"/>
                    <a:pt x="21449" y="7807"/>
                  </a:cubicBezTo>
                  <a:cubicBezTo>
                    <a:pt x="21449" y="6839"/>
                    <a:pt x="21249" y="5705"/>
                    <a:pt x="20182" y="5371"/>
                  </a:cubicBezTo>
                  <a:close/>
                </a:path>
              </a:pathLst>
            </a:custGeom>
            <a:solidFill>
              <a:srgbClr val="925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97bc2731b5_2_205"/>
            <p:cNvSpPr/>
            <p:nvPr/>
          </p:nvSpPr>
          <p:spPr>
            <a:xfrm flipH="1">
              <a:off x="6660223" y="1816098"/>
              <a:ext cx="514032" cy="981121"/>
            </a:xfrm>
            <a:custGeom>
              <a:rect b="b" l="l" r="r" t="t"/>
              <a:pathLst>
                <a:path extrusionOk="0" h="35593" w="18648">
                  <a:moveTo>
                    <a:pt x="18313" y="9007"/>
                  </a:moveTo>
                  <a:cubicBezTo>
                    <a:pt x="18514" y="9574"/>
                    <a:pt x="18647" y="10175"/>
                    <a:pt x="18614" y="10742"/>
                  </a:cubicBezTo>
                  <a:cubicBezTo>
                    <a:pt x="18580" y="11442"/>
                    <a:pt x="18313" y="12109"/>
                    <a:pt x="18080" y="12710"/>
                  </a:cubicBezTo>
                  <a:cubicBezTo>
                    <a:pt x="17480" y="14178"/>
                    <a:pt x="16812" y="15612"/>
                    <a:pt x="16045" y="17013"/>
                  </a:cubicBezTo>
                  <a:cubicBezTo>
                    <a:pt x="15478" y="18047"/>
                    <a:pt x="14878" y="19048"/>
                    <a:pt x="14577" y="20149"/>
                  </a:cubicBezTo>
                  <a:cubicBezTo>
                    <a:pt x="14010" y="22250"/>
                    <a:pt x="14544" y="24485"/>
                    <a:pt x="15345" y="26520"/>
                  </a:cubicBezTo>
                  <a:cubicBezTo>
                    <a:pt x="16112" y="28555"/>
                    <a:pt x="17113" y="30523"/>
                    <a:pt x="17480" y="32691"/>
                  </a:cubicBezTo>
                  <a:cubicBezTo>
                    <a:pt x="12343" y="35193"/>
                    <a:pt x="6405" y="35426"/>
                    <a:pt x="668" y="35593"/>
                  </a:cubicBezTo>
                  <a:cubicBezTo>
                    <a:pt x="334" y="33758"/>
                    <a:pt x="0" y="31890"/>
                    <a:pt x="334" y="30022"/>
                  </a:cubicBezTo>
                  <a:cubicBezTo>
                    <a:pt x="467" y="29155"/>
                    <a:pt x="768" y="28288"/>
                    <a:pt x="1001" y="27387"/>
                  </a:cubicBezTo>
                  <a:cubicBezTo>
                    <a:pt x="1902" y="23918"/>
                    <a:pt x="1602" y="20282"/>
                    <a:pt x="1468" y="16713"/>
                  </a:cubicBezTo>
                  <a:cubicBezTo>
                    <a:pt x="1368" y="13744"/>
                    <a:pt x="1435" y="10642"/>
                    <a:pt x="2435" y="7806"/>
                  </a:cubicBezTo>
                  <a:cubicBezTo>
                    <a:pt x="3236" y="5638"/>
                    <a:pt x="4170" y="2669"/>
                    <a:pt x="6005" y="1102"/>
                  </a:cubicBezTo>
                  <a:cubicBezTo>
                    <a:pt x="6905" y="334"/>
                    <a:pt x="7939" y="34"/>
                    <a:pt x="9007" y="1"/>
                  </a:cubicBezTo>
                  <a:cubicBezTo>
                    <a:pt x="11142" y="1"/>
                    <a:pt x="13310" y="1235"/>
                    <a:pt x="14544" y="2202"/>
                  </a:cubicBezTo>
                  <a:cubicBezTo>
                    <a:pt x="16079" y="3437"/>
                    <a:pt x="17079" y="6138"/>
                    <a:pt x="17880" y="7873"/>
                  </a:cubicBezTo>
                  <a:cubicBezTo>
                    <a:pt x="18047" y="8240"/>
                    <a:pt x="18213" y="8607"/>
                    <a:pt x="18347" y="90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97bc2731b5_2_205"/>
            <p:cNvSpPr/>
            <p:nvPr/>
          </p:nvSpPr>
          <p:spPr>
            <a:xfrm flipH="1">
              <a:off x="6728280" y="1976089"/>
              <a:ext cx="410112" cy="811017"/>
            </a:xfrm>
            <a:custGeom>
              <a:rect b="b" l="l" r="r" t="t"/>
              <a:pathLst>
                <a:path extrusionOk="0" h="29422" w="14878">
                  <a:moveTo>
                    <a:pt x="10074" y="1"/>
                  </a:moveTo>
                  <a:lnTo>
                    <a:pt x="200" y="7139"/>
                  </a:lnTo>
                  <a:cubicBezTo>
                    <a:pt x="134" y="8407"/>
                    <a:pt x="134" y="9675"/>
                    <a:pt x="167" y="10942"/>
                  </a:cubicBezTo>
                  <a:cubicBezTo>
                    <a:pt x="267" y="13978"/>
                    <a:pt x="501" y="17046"/>
                    <a:pt x="0" y="20049"/>
                  </a:cubicBezTo>
                  <a:cubicBezTo>
                    <a:pt x="734" y="22350"/>
                    <a:pt x="1568" y="24485"/>
                    <a:pt x="2402" y="25819"/>
                  </a:cubicBezTo>
                  <a:cubicBezTo>
                    <a:pt x="3336" y="27254"/>
                    <a:pt x="4670" y="28455"/>
                    <a:pt x="6005" y="29422"/>
                  </a:cubicBezTo>
                  <a:cubicBezTo>
                    <a:pt x="9073" y="29155"/>
                    <a:pt x="12076" y="28588"/>
                    <a:pt x="14878" y="27454"/>
                  </a:cubicBezTo>
                  <a:cubicBezTo>
                    <a:pt x="13643" y="26153"/>
                    <a:pt x="11375" y="23685"/>
                    <a:pt x="10241" y="21683"/>
                  </a:cubicBezTo>
                  <a:cubicBezTo>
                    <a:pt x="8640" y="18814"/>
                    <a:pt x="6205" y="10175"/>
                    <a:pt x="10074" y="1"/>
                  </a:cubicBezTo>
                  <a:close/>
                </a:path>
              </a:pathLst>
            </a:custGeom>
            <a:solidFill>
              <a:srgbClr val="000000">
                <a:alpha val="156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97bc2731b5_2_205"/>
            <p:cNvSpPr/>
            <p:nvPr/>
          </p:nvSpPr>
          <p:spPr>
            <a:xfrm flipH="1">
              <a:off x="6781619" y="1794955"/>
              <a:ext cx="394483" cy="1004110"/>
            </a:xfrm>
            <a:custGeom>
              <a:rect b="b" l="l" r="r" t="t"/>
              <a:pathLst>
                <a:path extrusionOk="0" h="36427" w="14311">
                  <a:moveTo>
                    <a:pt x="501" y="20015"/>
                  </a:moveTo>
                  <a:cubicBezTo>
                    <a:pt x="935" y="26486"/>
                    <a:pt x="3103" y="32224"/>
                    <a:pt x="11442" y="36427"/>
                  </a:cubicBezTo>
                  <a:cubicBezTo>
                    <a:pt x="12943" y="35426"/>
                    <a:pt x="13544" y="33858"/>
                    <a:pt x="13777" y="32957"/>
                  </a:cubicBezTo>
                  <a:cubicBezTo>
                    <a:pt x="11509" y="30656"/>
                    <a:pt x="9374" y="27887"/>
                    <a:pt x="8774" y="25352"/>
                  </a:cubicBezTo>
                  <a:cubicBezTo>
                    <a:pt x="7639" y="20615"/>
                    <a:pt x="6906" y="18013"/>
                    <a:pt x="10608" y="10942"/>
                  </a:cubicBezTo>
                  <a:cubicBezTo>
                    <a:pt x="14311" y="3870"/>
                    <a:pt x="11175" y="1"/>
                    <a:pt x="6872" y="1468"/>
                  </a:cubicBezTo>
                  <a:cubicBezTo>
                    <a:pt x="4404" y="3770"/>
                    <a:pt x="1" y="12743"/>
                    <a:pt x="501" y="199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97bc2731b5_2_205"/>
            <p:cNvSpPr/>
            <p:nvPr/>
          </p:nvSpPr>
          <p:spPr>
            <a:xfrm flipH="1">
              <a:off x="6588519" y="2703436"/>
              <a:ext cx="272177" cy="280722"/>
            </a:xfrm>
            <a:custGeom>
              <a:rect b="b" l="l" r="r" t="t"/>
              <a:pathLst>
                <a:path extrusionOk="0" h="10184" w="9874">
                  <a:moveTo>
                    <a:pt x="2302" y="0"/>
                  </a:moveTo>
                  <a:cubicBezTo>
                    <a:pt x="2102" y="901"/>
                    <a:pt x="1501" y="2469"/>
                    <a:pt x="0" y="3470"/>
                  </a:cubicBezTo>
                  <a:cubicBezTo>
                    <a:pt x="1034" y="3970"/>
                    <a:pt x="2102" y="4470"/>
                    <a:pt x="3303" y="4937"/>
                  </a:cubicBezTo>
                  <a:cubicBezTo>
                    <a:pt x="3303" y="4937"/>
                    <a:pt x="3269" y="6639"/>
                    <a:pt x="4770" y="7005"/>
                  </a:cubicBezTo>
                  <a:cubicBezTo>
                    <a:pt x="6305" y="7339"/>
                    <a:pt x="7039" y="7539"/>
                    <a:pt x="7339" y="9007"/>
                  </a:cubicBezTo>
                  <a:cubicBezTo>
                    <a:pt x="7489" y="9833"/>
                    <a:pt x="7914" y="10184"/>
                    <a:pt x="8346" y="10184"/>
                  </a:cubicBezTo>
                  <a:cubicBezTo>
                    <a:pt x="8681" y="10184"/>
                    <a:pt x="9021" y="9972"/>
                    <a:pt x="9240" y="9607"/>
                  </a:cubicBezTo>
                  <a:cubicBezTo>
                    <a:pt x="9740" y="8773"/>
                    <a:pt x="9874" y="6038"/>
                    <a:pt x="7439" y="4404"/>
                  </a:cubicBezTo>
                  <a:cubicBezTo>
                    <a:pt x="6305" y="3670"/>
                    <a:pt x="4270" y="2002"/>
                    <a:pt x="2302" y="0"/>
                  </a:cubicBezTo>
                  <a:close/>
                </a:path>
              </a:pathLst>
            </a:custGeom>
            <a:solidFill>
              <a:srgbClr val="F0C6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97bc2731b5_2_205"/>
            <p:cNvSpPr/>
            <p:nvPr/>
          </p:nvSpPr>
          <p:spPr>
            <a:xfrm flipH="1">
              <a:off x="6692416" y="4160860"/>
              <a:ext cx="383457" cy="95651"/>
            </a:xfrm>
            <a:custGeom>
              <a:rect b="b" l="l" r="r" t="t"/>
              <a:pathLst>
                <a:path extrusionOk="0" h="3470" w="13911">
                  <a:moveTo>
                    <a:pt x="12843" y="3370"/>
                  </a:moveTo>
                  <a:lnTo>
                    <a:pt x="1101" y="2136"/>
                  </a:lnTo>
                  <a:cubicBezTo>
                    <a:pt x="434" y="2069"/>
                    <a:pt x="1" y="1468"/>
                    <a:pt x="101" y="801"/>
                  </a:cubicBezTo>
                  <a:lnTo>
                    <a:pt x="201" y="201"/>
                  </a:lnTo>
                  <a:lnTo>
                    <a:pt x="9541" y="1335"/>
                  </a:lnTo>
                  <a:lnTo>
                    <a:pt x="10441" y="1"/>
                  </a:lnTo>
                  <a:lnTo>
                    <a:pt x="13277" y="2069"/>
                  </a:lnTo>
                  <a:cubicBezTo>
                    <a:pt x="13911" y="2469"/>
                    <a:pt x="13577" y="3470"/>
                    <a:pt x="12843" y="33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97bc2731b5_2_205"/>
            <p:cNvSpPr/>
            <p:nvPr/>
          </p:nvSpPr>
          <p:spPr>
            <a:xfrm flipH="1">
              <a:off x="6288745" y="4101097"/>
              <a:ext cx="369674" cy="81868"/>
            </a:xfrm>
            <a:custGeom>
              <a:rect b="b" l="l" r="r" t="t"/>
              <a:pathLst>
                <a:path extrusionOk="0" h="2970" w="13411">
                  <a:moveTo>
                    <a:pt x="12276" y="2969"/>
                  </a:moveTo>
                  <a:lnTo>
                    <a:pt x="1502" y="2969"/>
                  </a:lnTo>
                  <a:cubicBezTo>
                    <a:pt x="801" y="2969"/>
                    <a:pt x="201" y="2436"/>
                    <a:pt x="101" y="1735"/>
                  </a:cubicBezTo>
                  <a:cubicBezTo>
                    <a:pt x="67" y="1568"/>
                    <a:pt x="34" y="1401"/>
                    <a:pt x="1" y="1201"/>
                  </a:cubicBezTo>
                  <a:lnTo>
                    <a:pt x="9774" y="1201"/>
                  </a:lnTo>
                  <a:lnTo>
                    <a:pt x="10208" y="0"/>
                  </a:lnTo>
                  <a:lnTo>
                    <a:pt x="12676" y="1401"/>
                  </a:lnTo>
                  <a:cubicBezTo>
                    <a:pt x="13410" y="1802"/>
                    <a:pt x="13110" y="2969"/>
                    <a:pt x="12276" y="29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3" name="Google Shape;1573;g397bc2731b5_2_205"/>
          <p:cNvGrpSpPr/>
          <p:nvPr/>
        </p:nvGrpSpPr>
        <p:grpSpPr>
          <a:xfrm>
            <a:off x="7424757" y="558369"/>
            <a:ext cx="581801" cy="470066"/>
            <a:chOff x="1006620" y="1265774"/>
            <a:chExt cx="499872" cy="393361"/>
          </a:xfrm>
        </p:grpSpPr>
        <p:sp>
          <p:nvSpPr>
            <p:cNvPr id="1574" name="Google Shape;1574;g397bc2731b5_2_205"/>
            <p:cNvSpPr/>
            <p:nvPr/>
          </p:nvSpPr>
          <p:spPr>
            <a:xfrm>
              <a:off x="1006620" y="1265774"/>
              <a:ext cx="499872" cy="393361"/>
            </a:xfrm>
            <a:custGeom>
              <a:rect b="b" l="l" r="r" t="t"/>
              <a:pathLst>
                <a:path extrusionOk="0" h="17247" w="21917">
                  <a:moveTo>
                    <a:pt x="5771" y="0"/>
                  </a:moveTo>
                  <a:lnTo>
                    <a:pt x="16179" y="0"/>
                  </a:lnTo>
                  <a:cubicBezTo>
                    <a:pt x="19348" y="0"/>
                    <a:pt x="21916" y="2569"/>
                    <a:pt x="21916" y="5738"/>
                  </a:cubicBezTo>
                  <a:lnTo>
                    <a:pt x="21916" y="7873"/>
                  </a:lnTo>
                  <a:cubicBezTo>
                    <a:pt x="21916" y="11008"/>
                    <a:pt x="19348" y="13610"/>
                    <a:pt x="16179" y="13610"/>
                  </a:cubicBezTo>
                  <a:lnTo>
                    <a:pt x="14277" y="13610"/>
                  </a:lnTo>
                  <a:lnTo>
                    <a:pt x="14277" y="17246"/>
                  </a:lnTo>
                  <a:lnTo>
                    <a:pt x="10641" y="13610"/>
                  </a:lnTo>
                  <a:lnTo>
                    <a:pt x="5771" y="13610"/>
                  </a:lnTo>
                  <a:cubicBezTo>
                    <a:pt x="2602" y="13610"/>
                    <a:pt x="0" y="11008"/>
                    <a:pt x="0" y="7873"/>
                  </a:cubicBezTo>
                  <a:lnTo>
                    <a:pt x="0" y="5738"/>
                  </a:lnTo>
                  <a:cubicBezTo>
                    <a:pt x="0" y="2569"/>
                    <a:pt x="2602" y="0"/>
                    <a:pt x="5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397bc2731b5_2_205"/>
            <p:cNvSpPr/>
            <p:nvPr/>
          </p:nvSpPr>
          <p:spPr>
            <a:xfrm flipH="1">
              <a:off x="1192206" y="1367283"/>
              <a:ext cx="128700" cy="128700"/>
            </a:xfrm>
            <a:prstGeom prst="hear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6" name="Google Shape;1576;g397bc2731b5_2_205"/>
          <p:cNvSpPr/>
          <p:nvPr/>
        </p:nvSpPr>
        <p:spPr>
          <a:xfrm>
            <a:off x="569350" y="3035813"/>
            <a:ext cx="3959400" cy="130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7" name="Google Shape;1577;g397bc2731b5_2_205"/>
          <p:cNvSpPr txBox="1"/>
          <p:nvPr/>
        </p:nvSpPr>
        <p:spPr>
          <a:xfrm>
            <a:off x="1130050" y="2682113"/>
            <a:ext cx="3528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Any Questions?</a:t>
            </a:r>
            <a:endParaRPr sz="3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97bc2731b5_2_339"/>
          <p:cNvSpPr/>
          <p:nvPr/>
        </p:nvSpPr>
        <p:spPr>
          <a:xfrm>
            <a:off x="569350" y="3035813"/>
            <a:ext cx="3959400" cy="130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583" name="Google Shape;1583;g397bc2731b5_2_339" title="Screenshot 2026-04-27 at 11.29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50" y="200725"/>
            <a:ext cx="2981421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g397bc2731b5_2_339" title="Screenshot 2026-04-27 at 11.29.4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996" y="1629150"/>
            <a:ext cx="5043928" cy="188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line Dating Business Consulting Toolkit by Slidesgo">
  <a:themeElements>
    <a:clrScheme name="Simple Light">
      <a:dk1>
        <a:srgbClr val="FFFFFF"/>
      </a:dk1>
      <a:lt1>
        <a:srgbClr val="FC4733"/>
      </a:lt1>
      <a:dk2>
        <a:srgbClr val="000000"/>
      </a:dk2>
      <a:lt2>
        <a:srgbClr val="FFFFFF"/>
      </a:lt2>
      <a:accent1>
        <a:srgbClr val="F3F3F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